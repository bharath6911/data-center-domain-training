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4"/>
  </p:notesMasterIdLst>
  <p:sldIdLst>
    <p:sldId id="257" r:id="rId5"/>
    <p:sldId id="258" r:id="rId6"/>
    <p:sldId id="259" r:id="rId7"/>
    <p:sldId id="261" r:id="rId8"/>
    <p:sldId id="260" r:id="rId9"/>
    <p:sldId id="263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F21D9-D2A2-418F-9F01-26CBAC6FC9D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DF195C2-E849-405C-9202-718F63F44122}">
      <dgm:prSet/>
      <dgm:spPr/>
      <dgm:t>
        <a:bodyPr/>
        <a:lstStyle/>
        <a:p>
          <a:r>
            <a:rPr lang="en-US" b="0" i="0" baseline="0"/>
            <a:t>Profiling means monitoring and analyzing application performance.</a:t>
          </a:r>
          <a:endParaRPr lang="en-IN"/>
        </a:p>
      </dgm:t>
    </dgm:pt>
    <dgm:pt modelId="{8E1D7969-AF1F-48B1-B22A-0321AFB1CAD2}" type="parTrans" cxnId="{9A05C1AB-FE4A-48C6-B16F-1FF0534F512C}">
      <dgm:prSet/>
      <dgm:spPr/>
      <dgm:t>
        <a:bodyPr/>
        <a:lstStyle/>
        <a:p>
          <a:endParaRPr lang="en-IN"/>
        </a:p>
      </dgm:t>
    </dgm:pt>
    <dgm:pt modelId="{210C0A97-08C4-4040-A1E9-F681412FBF0D}" type="sibTrans" cxnId="{9A05C1AB-FE4A-48C6-B16F-1FF0534F512C}">
      <dgm:prSet/>
      <dgm:spPr/>
      <dgm:t>
        <a:bodyPr/>
        <a:lstStyle/>
        <a:p>
          <a:endParaRPr lang="en-IN"/>
        </a:p>
      </dgm:t>
    </dgm:pt>
    <dgm:pt modelId="{D2D65122-16A2-43D5-836A-065A16EE977B}">
      <dgm:prSet/>
      <dgm:spPr/>
      <dgm:t>
        <a:bodyPr/>
        <a:lstStyle/>
        <a:p>
          <a:r>
            <a:rPr lang="en-US" b="0" i="0" baseline="0"/>
            <a:t>It helps detect bottlenecks, memory leaks, and performance issues.</a:t>
          </a:r>
          <a:endParaRPr lang="en-IN"/>
        </a:p>
      </dgm:t>
    </dgm:pt>
    <dgm:pt modelId="{53182229-35D5-4B02-8D80-CC11D1A784B4}" type="parTrans" cxnId="{D41E63E8-8135-493C-AF32-753C969897D4}">
      <dgm:prSet/>
      <dgm:spPr/>
      <dgm:t>
        <a:bodyPr/>
        <a:lstStyle/>
        <a:p>
          <a:endParaRPr lang="en-IN"/>
        </a:p>
      </dgm:t>
    </dgm:pt>
    <dgm:pt modelId="{07058BDE-8712-4DA0-B444-0770FC43999E}" type="sibTrans" cxnId="{D41E63E8-8135-493C-AF32-753C969897D4}">
      <dgm:prSet/>
      <dgm:spPr/>
      <dgm:t>
        <a:bodyPr/>
        <a:lstStyle/>
        <a:p>
          <a:endParaRPr lang="en-IN"/>
        </a:p>
      </dgm:t>
    </dgm:pt>
    <dgm:pt modelId="{765AC05F-0B49-468F-95E2-75AE4EB0A122}">
      <dgm:prSet/>
      <dgm:spPr/>
      <dgm:t>
        <a:bodyPr/>
        <a:lstStyle/>
        <a:p>
          <a:r>
            <a:rPr lang="en-US" b="0" i="0" baseline="0"/>
            <a:t>Provides insights for optimization.</a:t>
          </a:r>
          <a:endParaRPr lang="en-IN"/>
        </a:p>
      </dgm:t>
    </dgm:pt>
    <dgm:pt modelId="{509A39A0-AA6C-45E2-AD11-CAB8D466A546}" type="parTrans" cxnId="{63C73F4F-36E4-4751-BBCC-A8DB5C0D5BE3}">
      <dgm:prSet/>
      <dgm:spPr/>
      <dgm:t>
        <a:bodyPr/>
        <a:lstStyle/>
        <a:p>
          <a:endParaRPr lang="en-IN"/>
        </a:p>
      </dgm:t>
    </dgm:pt>
    <dgm:pt modelId="{16E719E3-7C8C-4277-A932-AEDD83226D76}" type="sibTrans" cxnId="{63C73F4F-36E4-4751-BBCC-A8DB5C0D5BE3}">
      <dgm:prSet/>
      <dgm:spPr/>
      <dgm:t>
        <a:bodyPr/>
        <a:lstStyle/>
        <a:p>
          <a:endParaRPr lang="en-IN"/>
        </a:p>
      </dgm:t>
    </dgm:pt>
    <dgm:pt modelId="{E9AB5EF0-B75F-49D8-A3ED-9038F405501E}" type="pres">
      <dgm:prSet presAssocID="{590F21D9-D2A2-418F-9F01-26CBAC6FC9D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D7CAA08-5B4D-48D2-A3E0-61F7140D2810}" type="pres">
      <dgm:prSet presAssocID="{0DF195C2-E849-405C-9202-718F63F44122}" presName="circle1" presStyleLbl="node1" presStyleIdx="0" presStyleCnt="3"/>
      <dgm:spPr/>
    </dgm:pt>
    <dgm:pt modelId="{71E54064-B4F6-4868-965A-B98E4409D4EA}" type="pres">
      <dgm:prSet presAssocID="{0DF195C2-E849-405C-9202-718F63F44122}" presName="space" presStyleCnt="0"/>
      <dgm:spPr/>
    </dgm:pt>
    <dgm:pt modelId="{079E5226-DA36-487E-B4D2-468047CC8FBC}" type="pres">
      <dgm:prSet presAssocID="{0DF195C2-E849-405C-9202-718F63F44122}" presName="rect1" presStyleLbl="alignAcc1" presStyleIdx="0" presStyleCnt="3"/>
      <dgm:spPr/>
    </dgm:pt>
    <dgm:pt modelId="{DAA43F14-ED18-4A25-968D-146A8E2252C9}" type="pres">
      <dgm:prSet presAssocID="{D2D65122-16A2-43D5-836A-065A16EE977B}" presName="vertSpace2" presStyleLbl="node1" presStyleIdx="0" presStyleCnt="3"/>
      <dgm:spPr/>
    </dgm:pt>
    <dgm:pt modelId="{85DAA5A3-8658-4BEA-BDB9-2B41B7F2FCA7}" type="pres">
      <dgm:prSet presAssocID="{D2D65122-16A2-43D5-836A-065A16EE977B}" presName="circle2" presStyleLbl="node1" presStyleIdx="1" presStyleCnt="3"/>
      <dgm:spPr/>
    </dgm:pt>
    <dgm:pt modelId="{D543B5C4-670A-4D64-BF2C-60C86E46698C}" type="pres">
      <dgm:prSet presAssocID="{D2D65122-16A2-43D5-836A-065A16EE977B}" presName="rect2" presStyleLbl="alignAcc1" presStyleIdx="1" presStyleCnt="3"/>
      <dgm:spPr/>
    </dgm:pt>
    <dgm:pt modelId="{0CC826E4-666D-413E-B3B5-9DBF9CE21D5E}" type="pres">
      <dgm:prSet presAssocID="{765AC05F-0B49-468F-95E2-75AE4EB0A122}" presName="vertSpace3" presStyleLbl="node1" presStyleIdx="1" presStyleCnt="3"/>
      <dgm:spPr/>
    </dgm:pt>
    <dgm:pt modelId="{3E434A67-0BDE-4F0D-A24C-8214E7B387E0}" type="pres">
      <dgm:prSet presAssocID="{765AC05F-0B49-468F-95E2-75AE4EB0A122}" presName="circle3" presStyleLbl="node1" presStyleIdx="2" presStyleCnt="3"/>
      <dgm:spPr/>
    </dgm:pt>
    <dgm:pt modelId="{71C81157-5A2F-42BD-B20A-91F181D0E694}" type="pres">
      <dgm:prSet presAssocID="{765AC05F-0B49-468F-95E2-75AE4EB0A122}" presName="rect3" presStyleLbl="alignAcc1" presStyleIdx="2" presStyleCnt="3"/>
      <dgm:spPr/>
    </dgm:pt>
    <dgm:pt modelId="{3B7E89FF-97CE-4C0A-AE1B-2871DB1BD1EB}" type="pres">
      <dgm:prSet presAssocID="{0DF195C2-E849-405C-9202-718F63F44122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30794873-51C2-434B-93C0-D2C3E973E965}" type="pres">
      <dgm:prSet presAssocID="{D2D65122-16A2-43D5-836A-065A16EE977B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50855C6E-1CF8-4CAA-B2F0-D1F2D6BF9504}" type="pres">
      <dgm:prSet presAssocID="{765AC05F-0B49-468F-95E2-75AE4EB0A122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A984E90C-0856-4136-A47D-0D4CD46CDA06}" type="presOf" srcId="{0DF195C2-E849-405C-9202-718F63F44122}" destId="{079E5226-DA36-487E-B4D2-468047CC8FBC}" srcOrd="0" destOrd="0" presId="urn:microsoft.com/office/officeart/2005/8/layout/target3"/>
    <dgm:cxn modelId="{BD321932-42FF-4DAD-8545-40928B105E8F}" type="presOf" srcId="{D2D65122-16A2-43D5-836A-065A16EE977B}" destId="{D543B5C4-670A-4D64-BF2C-60C86E46698C}" srcOrd="0" destOrd="0" presId="urn:microsoft.com/office/officeart/2005/8/layout/target3"/>
    <dgm:cxn modelId="{63C73F4F-36E4-4751-BBCC-A8DB5C0D5BE3}" srcId="{590F21D9-D2A2-418F-9F01-26CBAC6FC9D7}" destId="{765AC05F-0B49-468F-95E2-75AE4EB0A122}" srcOrd="2" destOrd="0" parTransId="{509A39A0-AA6C-45E2-AD11-CAB8D466A546}" sibTransId="{16E719E3-7C8C-4277-A932-AEDD83226D76}"/>
    <dgm:cxn modelId="{40074B73-559F-4AD7-BC28-F21D886484E3}" type="presOf" srcId="{D2D65122-16A2-43D5-836A-065A16EE977B}" destId="{30794873-51C2-434B-93C0-D2C3E973E965}" srcOrd="1" destOrd="0" presId="urn:microsoft.com/office/officeart/2005/8/layout/target3"/>
    <dgm:cxn modelId="{A7054B56-9D12-4E01-88EB-31DCDB7B36F1}" type="presOf" srcId="{0DF195C2-E849-405C-9202-718F63F44122}" destId="{3B7E89FF-97CE-4C0A-AE1B-2871DB1BD1EB}" srcOrd="1" destOrd="0" presId="urn:microsoft.com/office/officeart/2005/8/layout/target3"/>
    <dgm:cxn modelId="{502F3E84-1C1C-47F2-9320-A7AD028A1043}" type="presOf" srcId="{590F21D9-D2A2-418F-9F01-26CBAC6FC9D7}" destId="{E9AB5EF0-B75F-49D8-A3ED-9038F405501E}" srcOrd="0" destOrd="0" presId="urn:microsoft.com/office/officeart/2005/8/layout/target3"/>
    <dgm:cxn modelId="{9A05C1AB-FE4A-48C6-B16F-1FF0534F512C}" srcId="{590F21D9-D2A2-418F-9F01-26CBAC6FC9D7}" destId="{0DF195C2-E849-405C-9202-718F63F44122}" srcOrd="0" destOrd="0" parTransId="{8E1D7969-AF1F-48B1-B22A-0321AFB1CAD2}" sibTransId="{210C0A97-08C4-4040-A1E9-F681412FBF0D}"/>
    <dgm:cxn modelId="{43CE20D3-2365-4F44-B3B7-AEE88AA5CA4B}" type="presOf" srcId="{765AC05F-0B49-468F-95E2-75AE4EB0A122}" destId="{50855C6E-1CF8-4CAA-B2F0-D1F2D6BF9504}" srcOrd="1" destOrd="0" presId="urn:microsoft.com/office/officeart/2005/8/layout/target3"/>
    <dgm:cxn modelId="{D41E63E8-8135-493C-AF32-753C969897D4}" srcId="{590F21D9-D2A2-418F-9F01-26CBAC6FC9D7}" destId="{D2D65122-16A2-43D5-836A-065A16EE977B}" srcOrd="1" destOrd="0" parTransId="{53182229-35D5-4B02-8D80-CC11D1A784B4}" sibTransId="{07058BDE-8712-4DA0-B444-0770FC43999E}"/>
    <dgm:cxn modelId="{20FFEDFC-5735-4287-AA4A-2D5400987C84}" type="presOf" srcId="{765AC05F-0B49-468F-95E2-75AE4EB0A122}" destId="{71C81157-5A2F-42BD-B20A-91F181D0E694}" srcOrd="0" destOrd="0" presId="urn:microsoft.com/office/officeart/2005/8/layout/target3"/>
    <dgm:cxn modelId="{627B6BC4-F5C6-4F04-A562-1CCD946E2488}" type="presParOf" srcId="{E9AB5EF0-B75F-49D8-A3ED-9038F405501E}" destId="{4D7CAA08-5B4D-48D2-A3E0-61F7140D2810}" srcOrd="0" destOrd="0" presId="urn:microsoft.com/office/officeart/2005/8/layout/target3"/>
    <dgm:cxn modelId="{4D983D6E-848C-49F4-919E-C61092649981}" type="presParOf" srcId="{E9AB5EF0-B75F-49D8-A3ED-9038F405501E}" destId="{71E54064-B4F6-4868-965A-B98E4409D4EA}" srcOrd="1" destOrd="0" presId="urn:microsoft.com/office/officeart/2005/8/layout/target3"/>
    <dgm:cxn modelId="{B0C1D4B0-9904-4F87-A3A2-B088A27A32F0}" type="presParOf" srcId="{E9AB5EF0-B75F-49D8-A3ED-9038F405501E}" destId="{079E5226-DA36-487E-B4D2-468047CC8FBC}" srcOrd="2" destOrd="0" presId="urn:microsoft.com/office/officeart/2005/8/layout/target3"/>
    <dgm:cxn modelId="{23510A63-6BC0-4003-A3C3-37476E410585}" type="presParOf" srcId="{E9AB5EF0-B75F-49D8-A3ED-9038F405501E}" destId="{DAA43F14-ED18-4A25-968D-146A8E2252C9}" srcOrd="3" destOrd="0" presId="urn:microsoft.com/office/officeart/2005/8/layout/target3"/>
    <dgm:cxn modelId="{3E4E25C5-3506-4610-8C6A-ACF323665752}" type="presParOf" srcId="{E9AB5EF0-B75F-49D8-A3ED-9038F405501E}" destId="{85DAA5A3-8658-4BEA-BDB9-2B41B7F2FCA7}" srcOrd="4" destOrd="0" presId="urn:microsoft.com/office/officeart/2005/8/layout/target3"/>
    <dgm:cxn modelId="{1CBC971D-DB38-427C-B1C9-EEA2C25CCC5D}" type="presParOf" srcId="{E9AB5EF0-B75F-49D8-A3ED-9038F405501E}" destId="{D543B5C4-670A-4D64-BF2C-60C86E46698C}" srcOrd="5" destOrd="0" presId="urn:microsoft.com/office/officeart/2005/8/layout/target3"/>
    <dgm:cxn modelId="{0A14BB8F-1E23-4548-91B2-A5E73E8F0592}" type="presParOf" srcId="{E9AB5EF0-B75F-49D8-A3ED-9038F405501E}" destId="{0CC826E4-666D-413E-B3B5-9DBF9CE21D5E}" srcOrd="6" destOrd="0" presId="urn:microsoft.com/office/officeart/2005/8/layout/target3"/>
    <dgm:cxn modelId="{5546B32E-B039-4AF5-8259-F8046FAABB3C}" type="presParOf" srcId="{E9AB5EF0-B75F-49D8-A3ED-9038F405501E}" destId="{3E434A67-0BDE-4F0D-A24C-8214E7B387E0}" srcOrd="7" destOrd="0" presId="urn:microsoft.com/office/officeart/2005/8/layout/target3"/>
    <dgm:cxn modelId="{073A9262-6C11-448D-8F8D-BABFCEA5ECE4}" type="presParOf" srcId="{E9AB5EF0-B75F-49D8-A3ED-9038F405501E}" destId="{71C81157-5A2F-42BD-B20A-91F181D0E694}" srcOrd="8" destOrd="0" presId="urn:microsoft.com/office/officeart/2005/8/layout/target3"/>
    <dgm:cxn modelId="{8F6146DC-08CA-4C31-B4BC-FFA7A74075CE}" type="presParOf" srcId="{E9AB5EF0-B75F-49D8-A3ED-9038F405501E}" destId="{3B7E89FF-97CE-4C0A-AE1B-2871DB1BD1EB}" srcOrd="9" destOrd="0" presId="urn:microsoft.com/office/officeart/2005/8/layout/target3"/>
    <dgm:cxn modelId="{E61B290C-3473-4FAF-BB5F-126626FBECA4}" type="presParOf" srcId="{E9AB5EF0-B75F-49D8-A3ED-9038F405501E}" destId="{30794873-51C2-434B-93C0-D2C3E973E965}" srcOrd="10" destOrd="0" presId="urn:microsoft.com/office/officeart/2005/8/layout/target3"/>
    <dgm:cxn modelId="{FBE5167F-84AA-4BBE-8390-761E146CA21A}" type="presParOf" srcId="{E9AB5EF0-B75F-49D8-A3ED-9038F405501E}" destId="{50855C6E-1CF8-4CAA-B2F0-D1F2D6BF9504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9E830D-C7CA-4E07-8CCA-BCD22189138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065AC7B-B1D9-44B9-9F61-65B6CC5E2986}">
      <dgm:prSet/>
      <dgm:spPr/>
      <dgm:t>
        <a:bodyPr/>
        <a:lstStyle/>
        <a:p>
          <a:r>
            <a:rPr lang="en-US" b="1" dirty="0"/>
            <a:t>CPU Profiling</a:t>
          </a:r>
          <a:r>
            <a:rPr lang="en-US" dirty="0"/>
            <a:t> – checks CPU usage, detects bottlenecks.</a:t>
          </a:r>
          <a:endParaRPr lang="en-IN" dirty="0"/>
        </a:p>
      </dgm:t>
    </dgm:pt>
    <dgm:pt modelId="{FE87DA76-7F8F-4779-8A2E-A1858D64F99A}" type="parTrans" cxnId="{A4A3A04E-41CB-4E4B-A56E-6371638C1C59}">
      <dgm:prSet/>
      <dgm:spPr/>
      <dgm:t>
        <a:bodyPr/>
        <a:lstStyle/>
        <a:p>
          <a:endParaRPr lang="en-IN"/>
        </a:p>
      </dgm:t>
    </dgm:pt>
    <dgm:pt modelId="{8C3DDD80-001E-4EE2-876C-2602444AB896}" type="sibTrans" cxnId="{A4A3A04E-41CB-4E4B-A56E-6371638C1C59}">
      <dgm:prSet/>
      <dgm:spPr/>
      <dgm:t>
        <a:bodyPr/>
        <a:lstStyle/>
        <a:p>
          <a:endParaRPr lang="en-IN"/>
        </a:p>
      </dgm:t>
    </dgm:pt>
    <dgm:pt modelId="{A73DBCA7-131D-42C0-A6DE-12D5AFCB8596}">
      <dgm:prSet/>
      <dgm:spPr/>
      <dgm:t>
        <a:bodyPr/>
        <a:lstStyle/>
        <a:p>
          <a:r>
            <a:rPr lang="en-US" b="1"/>
            <a:t>Memory Profiling</a:t>
          </a:r>
          <a:r>
            <a:rPr lang="en-US"/>
            <a:t> – tracks memory allocation, leaks, and usage.</a:t>
          </a:r>
          <a:endParaRPr lang="en-IN"/>
        </a:p>
      </dgm:t>
    </dgm:pt>
    <dgm:pt modelId="{6D841176-DE4A-467E-BC82-F8AAB6D72604}" type="parTrans" cxnId="{1AB4ECFE-F67B-4C2F-A292-987BB8DC251C}">
      <dgm:prSet/>
      <dgm:spPr/>
      <dgm:t>
        <a:bodyPr/>
        <a:lstStyle/>
        <a:p>
          <a:endParaRPr lang="en-IN"/>
        </a:p>
      </dgm:t>
    </dgm:pt>
    <dgm:pt modelId="{1C3BDA8B-AA7D-4F02-BC04-B78D8A380ABD}" type="sibTrans" cxnId="{1AB4ECFE-F67B-4C2F-A292-987BB8DC251C}">
      <dgm:prSet/>
      <dgm:spPr/>
      <dgm:t>
        <a:bodyPr/>
        <a:lstStyle/>
        <a:p>
          <a:endParaRPr lang="en-IN"/>
        </a:p>
      </dgm:t>
    </dgm:pt>
    <dgm:pt modelId="{5BEF8477-B482-4F68-A200-F0834C8D2B39}">
      <dgm:prSet/>
      <dgm:spPr/>
      <dgm:t>
        <a:bodyPr/>
        <a:lstStyle/>
        <a:p>
          <a:r>
            <a:rPr lang="en-US" b="1"/>
            <a:t>Thread Profiling</a:t>
          </a:r>
          <a:r>
            <a:rPr lang="en-US"/>
            <a:t> – monitors thread states and concurrency.</a:t>
          </a:r>
          <a:endParaRPr lang="en-IN"/>
        </a:p>
      </dgm:t>
    </dgm:pt>
    <dgm:pt modelId="{65F581ED-9EB4-4D46-AE14-80D873F33B44}" type="parTrans" cxnId="{F716D60A-1B43-4349-B140-A4998522CEDF}">
      <dgm:prSet/>
      <dgm:spPr/>
      <dgm:t>
        <a:bodyPr/>
        <a:lstStyle/>
        <a:p>
          <a:endParaRPr lang="en-IN"/>
        </a:p>
      </dgm:t>
    </dgm:pt>
    <dgm:pt modelId="{E4D2428A-5528-46F0-868A-07F42911772E}" type="sibTrans" cxnId="{F716D60A-1B43-4349-B140-A4998522CEDF}">
      <dgm:prSet/>
      <dgm:spPr/>
      <dgm:t>
        <a:bodyPr/>
        <a:lstStyle/>
        <a:p>
          <a:endParaRPr lang="en-IN"/>
        </a:p>
      </dgm:t>
    </dgm:pt>
    <dgm:pt modelId="{64EE2234-511D-4FD3-A59A-C0517ED2C602}">
      <dgm:prSet/>
      <dgm:spPr/>
      <dgm:t>
        <a:bodyPr/>
        <a:lstStyle/>
        <a:p>
          <a:r>
            <a:rPr lang="en-US" b="1"/>
            <a:t>Garbage Collection Profiling</a:t>
          </a:r>
          <a:r>
            <a:rPr lang="en-US"/>
            <a:t> – analyzes GC logs and pauses.</a:t>
          </a:r>
          <a:endParaRPr lang="en-IN"/>
        </a:p>
      </dgm:t>
    </dgm:pt>
    <dgm:pt modelId="{CDC07251-73AD-47FE-BF77-3E3E163BD060}" type="parTrans" cxnId="{9B819EC1-8F47-4340-9239-608113116BF4}">
      <dgm:prSet/>
      <dgm:spPr/>
      <dgm:t>
        <a:bodyPr/>
        <a:lstStyle/>
        <a:p>
          <a:endParaRPr lang="en-IN"/>
        </a:p>
      </dgm:t>
    </dgm:pt>
    <dgm:pt modelId="{FFEE121B-58C8-4D0A-9957-4A91E13B7953}" type="sibTrans" cxnId="{9B819EC1-8F47-4340-9239-608113116BF4}">
      <dgm:prSet/>
      <dgm:spPr/>
      <dgm:t>
        <a:bodyPr/>
        <a:lstStyle/>
        <a:p>
          <a:endParaRPr lang="en-IN"/>
        </a:p>
      </dgm:t>
    </dgm:pt>
    <dgm:pt modelId="{9553EA50-C735-4C4B-8A9D-35AC04DA27CC}">
      <dgm:prSet/>
      <dgm:spPr/>
      <dgm:t>
        <a:bodyPr/>
        <a:lstStyle/>
        <a:p>
          <a:r>
            <a:rPr lang="en-US" b="1"/>
            <a:t>Class/Method Profiling</a:t>
          </a:r>
          <a:r>
            <a:rPr lang="en-US"/>
            <a:t> – finds slow methods or inefficient code.</a:t>
          </a:r>
          <a:endParaRPr lang="en-IN"/>
        </a:p>
      </dgm:t>
    </dgm:pt>
    <dgm:pt modelId="{DE941F0C-66C9-4206-B350-43E4C1D15DA3}" type="parTrans" cxnId="{8657B378-230F-4D62-8180-07613FDA80D8}">
      <dgm:prSet/>
      <dgm:spPr/>
      <dgm:t>
        <a:bodyPr/>
        <a:lstStyle/>
        <a:p>
          <a:endParaRPr lang="en-IN"/>
        </a:p>
      </dgm:t>
    </dgm:pt>
    <dgm:pt modelId="{347C15A2-51A2-42F4-A1AE-4A574BE3F5E0}" type="sibTrans" cxnId="{8657B378-230F-4D62-8180-07613FDA80D8}">
      <dgm:prSet/>
      <dgm:spPr/>
      <dgm:t>
        <a:bodyPr/>
        <a:lstStyle/>
        <a:p>
          <a:endParaRPr lang="en-IN"/>
        </a:p>
      </dgm:t>
    </dgm:pt>
    <dgm:pt modelId="{F040389B-0082-4267-B09E-A88049C2361A}" type="pres">
      <dgm:prSet presAssocID="{1C9E830D-C7CA-4E07-8CCA-BCD22189138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F69765A-B504-4353-AF85-C7273D61788F}" type="pres">
      <dgm:prSet presAssocID="{1065AC7B-B1D9-44B9-9F61-65B6CC5E2986}" presName="circle1" presStyleLbl="node1" presStyleIdx="0" presStyleCnt="5"/>
      <dgm:spPr/>
    </dgm:pt>
    <dgm:pt modelId="{BDB5DABF-8C3C-4692-A896-8208671FB422}" type="pres">
      <dgm:prSet presAssocID="{1065AC7B-B1D9-44B9-9F61-65B6CC5E2986}" presName="space" presStyleCnt="0"/>
      <dgm:spPr/>
    </dgm:pt>
    <dgm:pt modelId="{6B0CA03B-80BD-4294-8CF0-E8F868719902}" type="pres">
      <dgm:prSet presAssocID="{1065AC7B-B1D9-44B9-9F61-65B6CC5E2986}" presName="rect1" presStyleLbl="alignAcc1" presStyleIdx="0" presStyleCnt="5"/>
      <dgm:spPr/>
    </dgm:pt>
    <dgm:pt modelId="{35B29A35-86CD-4D9E-82DC-90F352F280A0}" type="pres">
      <dgm:prSet presAssocID="{A73DBCA7-131D-42C0-A6DE-12D5AFCB8596}" presName="vertSpace2" presStyleLbl="node1" presStyleIdx="0" presStyleCnt="5"/>
      <dgm:spPr/>
    </dgm:pt>
    <dgm:pt modelId="{B125B4E8-EC8F-4D10-8AA6-D8FF067E6561}" type="pres">
      <dgm:prSet presAssocID="{A73DBCA7-131D-42C0-A6DE-12D5AFCB8596}" presName="circle2" presStyleLbl="node1" presStyleIdx="1" presStyleCnt="5"/>
      <dgm:spPr/>
    </dgm:pt>
    <dgm:pt modelId="{97B5B449-9D77-4861-880D-419AD45DF35D}" type="pres">
      <dgm:prSet presAssocID="{A73DBCA7-131D-42C0-A6DE-12D5AFCB8596}" presName="rect2" presStyleLbl="alignAcc1" presStyleIdx="1" presStyleCnt="5"/>
      <dgm:spPr/>
    </dgm:pt>
    <dgm:pt modelId="{939E5D7D-7557-4A71-AC22-EEF5D6244FEE}" type="pres">
      <dgm:prSet presAssocID="{5BEF8477-B482-4F68-A200-F0834C8D2B39}" presName="vertSpace3" presStyleLbl="node1" presStyleIdx="1" presStyleCnt="5"/>
      <dgm:spPr/>
    </dgm:pt>
    <dgm:pt modelId="{6B2F02BA-9BAC-4F41-A483-AB2260F61EEC}" type="pres">
      <dgm:prSet presAssocID="{5BEF8477-B482-4F68-A200-F0834C8D2B39}" presName="circle3" presStyleLbl="node1" presStyleIdx="2" presStyleCnt="5"/>
      <dgm:spPr/>
    </dgm:pt>
    <dgm:pt modelId="{8AA8D149-CD4F-45DD-A1B9-F6C883B443B6}" type="pres">
      <dgm:prSet presAssocID="{5BEF8477-B482-4F68-A200-F0834C8D2B39}" presName="rect3" presStyleLbl="alignAcc1" presStyleIdx="2" presStyleCnt="5"/>
      <dgm:spPr/>
    </dgm:pt>
    <dgm:pt modelId="{895DEAC4-1E44-404F-8F82-AB7DBEC5BC23}" type="pres">
      <dgm:prSet presAssocID="{64EE2234-511D-4FD3-A59A-C0517ED2C602}" presName="vertSpace4" presStyleLbl="node1" presStyleIdx="2" presStyleCnt="5"/>
      <dgm:spPr/>
    </dgm:pt>
    <dgm:pt modelId="{87DE4156-6EA7-4477-B093-3C89B5356C2E}" type="pres">
      <dgm:prSet presAssocID="{64EE2234-511D-4FD3-A59A-C0517ED2C602}" presName="circle4" presStyleLbl="node1" presStyleIdx="3" presStyleCnt="5"/>
      <dgm:spPr/>
    </dgm:pt>
    <dgm:pt modelId="{8177C704-08F3-4B03-93AE-2F70E61438C3}" type="pres">
      <dgm:prSet presAssocID="{64EE2234-511D-4FD3-A59A-C0517ED2C602}" presName="rect4" presStyleLbl="alignAcc1" presStyleIdx="3" presStyleCnt="5"/>
      <dgm:spPr/>
    </dgm:pt>
    <dgm:pt modelId="{71BA6271-7946-4676-A943-D3B96D8FE631}" type="pres">
      <dgm:prSet presAssocID="{9553EA50-C735-4C4B-8A9D-35AC04DA27CC}" presName="vertSpace5" presStyleLbl="node1" presStyleIdx="3" presStyleCnt="5"/>
      <dgm:spPr/>
    </dgm:pt>
    <dgm:pt modelId="{2128E823-DEB6-47B0-B54C-C9AA4D92C3C8}" type="pres">
      <dgm:prSet presAssocID="{9553EA50-C735-4C4B-8A9D-35AC04DA27CC}" presName="circle5" presStyleLbl="node1" presStyleIdx="4" presStyleCnt="5"/>
      <dgm:spPr/>
    </dgm:pt>
    <dgm:pt modelId="{D8E8C081-A022-4AC2-BF06-F94D3C8A560D}" type="pres">
      <dgm:prSet presAssocID="{9553EA50-C735-4C4B-8A9D-35AC04DA27CC}" presName="rect5" presStyleLbl="alignAcc1" presStyleIdx="4" presStyleCnt="5"/>
      <dgm:spPr/>
    </dgm:pt>
    <dgm:pt modelId="{2B6D6ABF-A705-4D68-AB48-A49417AE1E69}" type="pres">
      <dgm:prSet presAssocID="{1065AC7B-B1D9-44B9-9F61-65B6CC5E2986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F3D020A6-DBFB-4E1F-82E8-EA2DED06176F}" type="pres">
      <dgm:prSet presAssocID="{A73DBCA7-131D-42C0-A6DE-12D5AFCB8596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94B0B191-87CA-4376-82E1-9EC79A65C3EE}" type="pres">
      <dgm:prSet presAssocID="{5BEF8477-B482-4F68-A200-F0834C8D2B39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4E828C09-A76B-4145-AF87-3BBCEA04370A}" type="pres">
      <dgm:prSet presAssocID="{64EE2234-511D-4FD3-A59A-C0517ED2C602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AA49F77E-805B-4057-B48C-27F979B74C79}" type="pres">
      <dgm:prSet presAssocID="{9553EA50-C735-4C4B-8A9D-35AC04DA27CC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9AA7F107-60A5-46BD-8455-60FEC17DC282}" type="presOf" srcId="{1C9E830D-C7CA-4E07-8CCA-BCD221891381}" destId="{F040389B-0082-4267-B09E-A88049C2361A}" srcOrd="0" destOrd="0" presId="urn:microsoft.com/office/officeart/2005/8/layout/target3"/>
    <dgm:cxn modelId="{F716D60A-1B43-4349-B140-A4998522CEDF}" srcId="{1C9E830D-C7CA-4E07-8CCA-BCD221891381}" destId="{5BEF8477-B482-4F68-A200-F0834C8D2B39}" srcOrd="2" destOrd="0" parTransId="{65F581ED-9EB4-4D46-AE14-80D873F33B44}" sibTransId="{E4D2428A-5528-46F0-868A-07F42911772E}"/>
    <dgm:cxn modelId="{C47B5422-2708-440B-9075-F89B3CF66DCF}" type="presOf" srcId="{1065AC7B-B1D9-44B9-9F61-65B6CC5E2986}" destId="{2B6D6ABF-A705-4D68-AB48-A49417AE1E69}" srcOrd="1" destOrd="0" presId="urn:microsoft.com/office/officeart/2005/8/layout/target3"/>
    <dgm:cxn modelId="{486FF425-824B-4136-BB5D-EA768D38C56C}" type="presOf" srcId="{A73DBCA7-131D-42C0-A6DE-12D5AFCB8596}" destId="{97B5B449-9D77-4861-880D-419AD45DF35D}" srcOrd="0" destOrd="0" presId="urn:microsoft.com/office/officeart/2005/8/layout/target3"/>
    <dgm:cxn modelId="{8411CE36-8197-4EF0-A535-A9AEFC7CB2B9}" type="presOf" srcId="{5BEF8477-B482-4F68-A200-F0834C8D2B39}" destId="{8AA8D149-CD4F-45DD-A1B9-F6C883B443B6}" srcOrd="0" destOrd="0" presId="urn:microsoft.com/office/officeart/2005/8/layout/target3"/>
    <dgm:cxn modelId="{28568541-7E22-497F-A38F-209D8916B1EC}" type="presOf" srcId="{1065AC7B-B1D9-44B9-9F61-65B6CC5E2986}" destId="{6B0CA03B-80BD-4294-8CF0-E8F868719902}" srcOrd="0" destOrd="0" presId="urn:microsoft.com/office/officeart/2005/8/layout/target3"/>
    <dgm:cxn modelId="{68C86463-CC2F-456F-8794-C90BB92DA3B2}" type="presOf" srcId="{64EE2234-511D-4FD3-A59A-C0517ED2C602}" destId="{8177C704-08F3-4B03-93AE-2F70E61438C3}" srcOrd="0" destOrd="0" presId="urn:microsoft.com/office/officeart/2005/8/layout/target3"/>
    <dgm:cxn modelId="{A4A3A04E-41CB-4E4B-A56E-6371638C1C59}" srcId="{1C9E830D-C7CA-4E07-8CCA-BCD221891381}" destId="{1065AC7B-B1D9-44B9-9F61-65B6CC5E2986}" srcOrd="0" destOrd="0" parTransId="{FE87DA76-7F8F-4779-8A2E-A1858D64F99A}" sibTransId="{8C3DDD80-001E-4EE2-876C-2602444AB896}"/>
    <dgm:cxn modelId="{60AF5155-BFD4-4946-8A72-0CDCF8F1112E}" type="presOf" srcId="{64EE2234-511D-4FD3-A59A-C0517ED2C602}" destId="{4E828C09-A76B-4145-AF87-3BBCEA04370A}" srcOrd="1" destOrd="0" presId="urn:microsoft.com/office/officeart/2005/8/layout/target3"/>
    <dgm:cxn modelId="{8657B378-230F-4D62-8180-07613FDA80D8}" srcId="{1C9E830D-C7CA-4E07-8CCA-BCD221891381}" destId="{9553EA50-C735-4C4B-8A9D-35AC04DA27CC}" srcOrd="4" destOrd="0" parTransId="{DE941F0C-66C9-4206-B350-43E4C1D15DA3}" sibTransId="{347C15A2-51A2-42F4-A1AE-4A574BE3F5E0}"/>
    <dgm:cxn modelId="{058EB890-03EB-440B-B7B2-69E24B4EC916}" type="presOf" srcId="{9553EA50-C735-4C4B-8A9D-35AC04DA27CC}" destId="{AA49F77E-805B-4057-B48C-27F979B74C79}" srcOrd="1" destOrd="0" presId="urn:microsoft.com/office/officeart/2005/8/layout/target3"/>
    <dgm:cxn modelId="{9B819EC1-8F47-4340-9239-608113116BF4}" srcId="{1C9E830D-C7CA-4E07-8CCA-BCD221891381}" destId="{64EE2234-511D-4FD3-A59A-C0517ED2C602}" srcOrd="3" destOrd="0" parTransId="{CDC07251-73AD-47FE-BF77-3E3E163BD060}" sibTransId="{FFEE121B-58C8-4D0A-9957-4A91E13B7953}"/>
    <dgm:cxn modelId="{8E8247CE-8D93-42B5-8420-8F595D00ADBD}" type="presOf" srcId="{5BEF8477-B482-4F68-A200-F0834C8D2B39}" destId="{94B0B191-87CA-4376-82E1-9EC79A65C3EE}" srcOrd="1" destOrd="0" presId="urn:microsoft.com/office/officeart/2005/8/layout/target3"/>
    <dgm:cxn modelId="{9B46FADA-FBEA-4B57-9ED9-AA364D31DF71}" type="presOf" srcId="{A73DBCA7-131D-42C0-A6DE-12D5AFCB8596}" destId="{F3D020A6-DBFB-4E1F-82E8-EA2DED06176F}" srcOrd="1" destOrd="0" presId="urn:microsoft.com/office/officeart/2005/8/layout/target3"/>
    <dgm:cxn modelId="{20CF27F4-0E9E-49B5-98BB-870457F70850}" type="presOf" srcId="{9553EA50-C735-4C4B-8A9D-35AC04DA27CC}" destId="{D8E8C081-A022-4AC2-BF06-F94D3C8A560D}" srcOrd="0" destOrd="0" presId="urn:microsoft.com/office/officeart/2005/8/layout/target3"/>
    <dgm:cxn modelId="{1AB4ECFE-F67B-4C2F-A292-987BB8DC251C}" srcId="{1C9E830D-C7CA-4E07-8CCA-BCD221891381}" destId="{A73DBCA7-131D-42C0-A6DE-12D5AFCB8596}" srcOrd="1" destOrd="0" parTransId="{6D841176-DE4A-467E-BC82-F8AAB6D72604}" sibTransId="{1C3BDA8B-AA7D-4F02-BC04-B78D8A380ABD}"/>
    <dgm:cxn modelId="{4FB21B74-9B68-4221-B35C-ACA02DB70882}" type="presParOf" srcId="{F040389B-0082-4267-B09E-A88049C2361A}" destId="{AF69765A-B504-4353-AF85-C7273D61788F}" srcOrd="0" destOrd="0" presId="urn:microsoft.com/office/officeart/2005/8/layout/target3"/>
    <dgm:cxn modelId="{3A464FDF-1EA8-45FC-81B9-A82444A7B61C}" type="presParOf" srcId="{F040389B-0082-4267-B09E-A88049C2361A}" destId="{BDB5DABF-8C3C-4692-A896-8208671FB422}" srcOrd="1" destOrd="0" presId="urn:microsoft.com/office/officeart/2005/8/layout/target3"/>
    <dgm:cxn modelId="{D445A303-5F6C-40FD-9B45-E00D9F5FBB52}" type="presParOf" srcId="{F040389B-0082-4267-B09E-A88049C2361A}" destId="{6B0CA03B-80BD-4294-8CF0-E8F868719902}" srcOrd="2" destOrd="0" presId="urn:microsoft.com/office/officeart/2005/8/layout/target3"/>
    <dgm:cxn modelId="{DD9B639B-D0CC-4D33-BBAA-36D2BA19D51F}" type="presParOf" srcId="{F040389B-0082-4267-B09E-A88049C2361A}" destId="{35B29A35-86CD-4D9E-82DC-90F352F280A0}" srcOrd="3" destOrd="0" presId="urn:microsoft.com/office/officeart/2005/8/layout/target3"/>
    <dgm:cxn modelId="{3A227A80-99DC-4D97-9B7B-9A740ABCC886}" type="presParOf" srcId="{F040389B-0082-4267-B09E-A88049C2361A}" destId="{B125B4E8-EC8F-4D10-8AA6-D8FF067E6561}" srcOrd="4" destOrd="0" presId="urn:microsoft.com/office/officeart/2005/8/layout/target3"/>
    <dgm:cxn modelId="{A54C0758-E9AF-4604-9E36-B239B1A67EF4}" type="presParOf" srcId="{F040389B-0082-4267-B09E-A88049C2361A}" destId="{97B5B449-9D77-4861-880D-419AD45DF35D}" srcOrd="5" destOrd="0" presId="urn:microsoft.com/office/officeart/2005/8/layout/target3"/>
    <dgm:cxn modelId="{CEB66AD8-232C-40D6-9445-9430BEDC70BF}" type="presParOf" srcId="{F040389B-0082-4267-B09E-A88049C2361A}" destId="{939E5D7D-7557-4A71-AC22-EEF5D6244FEE}" srcOrd="6" destOrd="0" presId="urn:microsoft.com/office/officeart/2005/8/layout/target3"/>
    <dgm:cxn modelId="{0490DC43-C698-439A-8B0B-B75F6B7A307E}" type="presParOf" srcId="{F040389B-0082-4267-B09E-A88049C2361A}" destId="{6B2F02BA-9BAC-4F41-A483-AB2260F61EEC}" srcOrd="7" destOrd="0" presId="urn:microsoft.com/office/officeart/2005/8/layout/target3"/>
    <dgm:cxn modelId="{8BC7E701-6F91-4625-8538-0A118D1DF0DF}" type="presParOf" srcId="{F040389B-0082-4267-B09E-A88049C2361A}" destId="{8AA8D149-CD4F-45DD-A1B9-F6C883B443B6}" srcOrd="8" destOrd="0" presId="urn:microsoft.com/office/officeart/2005/8/layout/target3"/>
    <dgm:cxn modelId="{F9EEAAB1-05FF-4B1A-9C29-42DDEABE6A00}" type="presParOf" srcId="{F040389B-0082-4267-B09E-A88049C2361A}" destId="{895DEAC4-1E44-404F-8F82-AB7DBEC5BC23}" srcOrd="9" destOrd="0" presId="urn:microsoft.com/office/officeart/2005/8/layout/target3"/>
    <dgm:cxn modelId="{6C8A63D9-1148-4C7D-9E0E-99D44DB12440}" type="presParOf" srcId="{F040389B-0082-4267-B09E-A88049C2361A}" destId="{87DE4156-6EA7-4477-B093-3C89B5356C2E}" srcOrd="10" destOrd="0" presId="urn:microsoft.com/office/officeart/2005/8/layout/target3"/>
    <dgm:cxn modelId="{95CED317-38D4-49BE-8682-9C471110173A}" type="presParOf" srcId="{F040389B-0082-4267-B09E-A88049C2361A}" destId="{8177C704-08F3-4B03-93AE-2F70E61438C3}" srcOrd="11" destOrd="0" presId="urn:microsoft.com/office/officeart/2005/8/layout/target3"/>
    <dgm:cxn modelId="{85388729-2359-4063-855C-13233E78D163}" type="presParOf" srcId="{F040389B-0082-4267-B09E-A88049C2361A}" destId="{71BA6271-7946-4676-A943-D3B96D8FE631}" srcOrd="12" destOrd="0" presId="urn:microsoft.com/office/officeart/2005/8/layout/target3"/>
    <dgm:cxn modelId="{07EAD650-8682-4932-A7C8-93C6137609CA}" type="presParOf" srcId="{F040389B-0082-4267-B09E-A88049C2361A}" destId="{2128E823-DEB6-47B0-B54C-C9AA4D92C3C8}" srcOrd="13" destOrd="0" presId="urn:microsoft.com/office/officeart/2005/8/layout/target3"/>
    <dgm:cxn modelId="{4EEFCD49-EDEC-4A54-BDC1-E7361477032D}" type="presParOf" srcId="{F040389B-0082-4267-B09E-A88049C2361A}" destId="{D8E8C081-A022-4AC2-BF06-F94D3C8A560D}" srcOrd="14" destOrd="0" presId="urn:microsoft.com/office/officeart/2005/8/layout/target3"/>
    <dgm:cxn modelId="{7C58E804-F2ED-4040-85DB-F421B12A81D9}" type="presParOf" srcId="{F040389B-0082-4267-B09E-A88049C2361A}" destId="{2B6D6ABF-A705-4D68-AB48-A49417AE1E69}" srcOrd="15" destOrd="0" presId="urn:microsoft.com/office/officeart/2005/8/layout/target3"/>
    <dgm:cxn modelId="{9DDC74E6-DF98-4B9A-8BC0-4A669835F269}" type="presParOf" srcId="{F040389B-0082-4267-B09E-A88049C2361A}" destId="{F3D020A6-DBFB-4E1F-82E8-EA2DED06176F}" srcOrd="16" destOrd="0" presId="urn:microsoft.com/office/officeart/2005/8/layout/target3"/>
    <dgm:cxn modelId="{CBC415B6-57FD-4859-B7AC-30A4FD74F9B9}" type="presParOf" srcId="{F040389B-0082-4267-B09E-A88049C2361A}" destId="{94B0B191-87CA-4376-82E1-9EC79A65C3EE}" srcOrd="17" destOrd="0" presId="urn:microsoft.com/office/officeart/2005/8/layout/target3"/>
    <dgm:cxn modelId="{7C7A229A-1445-4C13-AACA-854B1C768F4A}" type="presParOf" srcId="{F040389B-0082-4267-B09E-A88049C2361A}" destId="{4E828C09-A76B-4145-AF87-3BBCEA04370A}" srcOrd="18" destOrd="0" presId="urn:microsoft.com/office/officeart/2005/8/layout/target3"/>
    <dgm:cxn modelId="{9CF6FDC2-5346-41CC-B342-ED8A100C4E8D}" type="presParOf" srcId="{F040389B-0082-4267-B09E-A88049C2361A}" destId="{AA49F77E-805B-4057-B48C-27F979B74C79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066EDF-B0F9-4BE0-9AFD-12361631342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C630CA9-901A-4DB2-A11F-69563F41306C}">
      <dgm:prSet/>
      <dgm:spPr/>
      <dgm:t>
        <a:bodyPr/>
        <a:lstStyle/>
        <a:p>
          <a:r>
            <a:rPr lang="en-US" b="1" i="0" baseline="0"/>
            <a:t>Standalone developer</a:t>
          </a:r>
          <a:r>
            <a:rPr lang="en-US" b="0" i="0" baseline="0"/>
            <a:t>: Uses default or custom profile.</a:t>
          </a:r>
          <a:endParaRPr lang="en-IN"/>
        </a:p>
      </dgm:t>
    </dgm:pt>
    <dgm:pt modelId="{D64BE73D-DE4A-4ED5-8BA2-987717462C99}" type="parTrans" cxnId="{EC5D6AD1-FCAD-4126-9EE3-412D934AB18A}">
      <dgm:prSet/>
      <dgm:spPr/>
      <dgm:t>
        <a:bodyPr/>
        <a:lstStyle/>
        <a:p>
          <a:endParaRPr lang="en-IN"/>
        </a:p>
      </dgm:t>
    </dgm:pt>
    <dgm:pt modelId="{4968DB0C-5AC1-4A47-9B33-5F3CF4DA7166}" type="sibTrans" cxnId="{EC5D6AD1-FCAD-4126-9EE3-412D934AB18A}">
      <dgm:prSet/>
      <dgm:spPr/>
      <dgm:t>
        <a:bodyPr/>
        <a:lstStyle/>
        <a:p>
          <a:endParaRPr lang="en-IN"/>
        </a:p>
      </dgm:t>
    </dgm:pt>
    <dgm:pt modelId="{7A3C126A-688D-4F38-83C2-A326CD243CE3}">
      <dgm:prSet/>
      <dgm:spPr/>
      <dgm:t>
        <a:bodyPr/>
        <a:lstStyle/>
        <a:p>
          <a:r>
            <a:rPr lang="en-US" b="1" i="0" baseline="0"/>
            <a:t>Large enterprise</a:t>
          </a:r>
          <a:r>
            <a:rPr lang="en-US" b="0" i="0" baseline="0"/>
            <a:t>: Uses managed and cell profiles.</a:t>
          </a:r>
          <a:endParaRPr lang="en-IN"/>
        </a:p>
      </dgm:t>
    </dgm:pt>
    <dgm:pt modelId="{AA5C339F-665A-4325-A832-5F5AA127D9D0}" type="parTrans" cxnId="{F6DB00C0-1ED3-4028-AC34-7497253359EC}">
      <dgm:prSet/>
      <dgm:spPr/>
      <dgm:t>
        <a:bodyPr/>
        <a:lstStyle/>
        <a:p>
          <a:endParaRPr lang="en-IN"/>
        </a:p>
      </dgm:t>
    </dgm:pt>
    <dgm:pt modelId="{7C321C4F-A221-4593-B9D1-B01C54311211}" type="sibTrans" cxnId="{F6DB00C0-1ED3-4028-AC34-7497253359EC}">
      <dgm:prSet/>
      <dgm:spPr/>
      <dgm:t>
        <a:bodyPr/>
        <a:lstStyle/>
        <a:p>
          <a:endParaRPr lang="en-IN"/>
        </a:p>
      </dgm:t>
    </dgm:pt>
    <dgm:pt modelId="{36A9B982-203C-4045-95EA-FC4007D20F42}">
      <dgm:prSet/>
      <dgm:spPr/>
      <dgm:t>
        <a:bodyPr/>
        <a:lstStyle/>
        <a:p>
          <a:r>
            <a:rPr lang="en-US" b="1" i="0" baseline="0"/>
            <a:t>Testing team</a:t>
          </a:r>
          <a:r>
            <a:rPr lang="en-US" b="0" i="0" baseline="0"/>
            <a:t>: Runs multiple custom profiles with different JVM settings.</a:t>
          </a:r>
          <a:endParaRPr lang="en-IN"/>
        </a:p>
      </dgm:t>
    </dgm:pt>
    <dgm:pt modelId="{AB50F71A-5C2A-48B8-ADC4-8BAFFEAA1FA3}" type="parTrans" cxnId="{1DC96F04-A7EE-4EA2-AF52-75D86C8D386E}">
      <dgm:prSet/>
      <dgm:spPr/>
      <dgm:t>
        <a:bodyPr/>
        <a:lstStyle/>
        <a:p>
          <a:endParaRPr lang="en-IN"/>
        </a:p>
      </dgm:t>
    </dgm:pt>
    <dgm:pt modelId="{0E65ED6C-921E-4965-9149-E3A92AB685F8}" type="sibTrans" cxnId="{1DC96F04-A7EE-4EA2-AF52-75D86C8D386E}">
      <dgm:prSet/>
      <dgm:spPr/>
      <dgm:t>
        <a:bodyPr/>
        <a:lstStyle/>
        <a:p>
          <a:endParaRPr lang="en-IN"/>
        </a:p>
      </dgm:t>
    </dgm:pt>
    <dgm:pt modelId="{3FAE2B89-C84E-4894-AA9C-A2262EDDD06F}" type="pres">
      <dgm:prSet presAssocID="{5C066EDF-B0F9-4BE0-9AFD-12361631342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7CE17C1-9E38-4459-8A48-53C3BC31D115}" type="pres">
      <dgm:prSet presAssocID="{BC630CA9-901A-4DB2-A11F-69563F41306C}" presName="circle1" presStyleLbl="node1" presStyleIdx="0" presStyleCnt="3"/>
      <dgm:spPr/>
    </dgm:pt>
    <dgm:pt modelId="{13373E4E-55A0-44D2-B1EF-AF62FF366E70}" type="pres">
      <dgm:prSet presAssocID="{BC630CA9-901A-4DB2-A11F-69563F41306C}" presName="space" presStyleCnt="0"/>
      <dgm:spPr/>
    </dgm:pt>
    <dgm:pt modelId="{1F88DB70-B27C-498B-ADB9-E5731971FDA4}" type="pres">
      <dgm:prSet presAssocID="{BC630CA9-901A-4DB2-A11F-69563F41306C}" presName="rect1" presStyleLbl="alignAcc1" presStyleIdx="0" presStyleCnt="3"/>
      <dgm:spPr/>
    </dgm:pt>
    <dgm:pt modelId="{42B3DF7B-846A-42A6-8363-5853F5D36645}" type="pres">
      <dgm:prSet presAssocID="{7A3C126A-688D-4F38-83C2-A326CD243CE3}" presName="vertSpace2" presStyleLbl="node1" presStyleIdx="0" presStyleCnt="3"/>
      <dgm:spPr/>
    </dgm:pt>
    <dgm:pt modelId="{5B50BB87-695B-4E86-944D-31B71EDD69AC}" type="pres">
      <dgm:prSet presAssocID="{7A3C126A-688D-4F38-83C2-A326CD243CE3}" presName="circle2" presStyleLbl="node1" presStyleIdx="1" presStyleCnt="3"/>
      <dgm:spPr/>
    </dgm:pt>
    <dgm:pt modelId="{29D5D06D-1ED6-4899-A54B-5C0B1DBEF530}" type="pres">
      <dgm:prSet presAssocID="{7A3C126A-688D-4F38-83C2-A326CD243CE3}" presName="rect2" presStyleLbl="alignAcc1" presStyleIdx="1" presStyleCnt="3"/>
      <dgm:spPr/>
    </dgm:pt>
    <dgm:pt modelId="{784AE8F2-A184-456B-9870-E00F2CF392A6}" type="pres">
      <dgm:prSet presAssocID="{36A9B982-203C-4045-95EA-FC4007D20F42}" presName="vertSpace3" presStyleLbl="node1" presStyleIdx="1" presStyleCnt="3"/>
      <dgm:spPr/>
    </dgm:pt>
    <dgm:pt modelId="{F4F5F639-D348-422E-99D2-9191FE41E22F}" type="pres">
      <dgm:prSet presAssocID="{36A9B982-203C-4045-95EA-FC4007D20F42}" presName="circle3" presStyleLbl="node1" presStyleIdx="2" presStyleCnt="3"/>
      <dgm:spPr/>
    </dgm:pt>
    <dgm:pt modelId="{4C7229E0-90E3-4E17-85AF-8A7685978955}" type="pres">
      <dgm:prSet presAssocID="{36A9B982-203C-4045-95EA-FC4007D20F42}" presName="rect3" presStyleLbl="alignAcc1" presStyleIdx="2" presStyleCnt="3"/>
      <dgm:spPr/>
    </dgm:pt>
    <dgm:pt modelId="{E7993B86-4F57-4235-AA7B-C724D15EE9E0}" type="pres">
      <dgm:prSet presAssocID="{BC630CA9-901A-4DB2-A11F-69563F41306C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44FBA49D-B455-418C-B422-B0921C236B61}" type="pres">
      <dgm:prSet presAssocID="{7A3C126A-688D-4F38-83C2-A326CD243CE3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2585562A-FF5A-48CA-94E7-62E7C330F819}" type="pres">
      <dgm:prSet presAssocID="{36A9B982-203C-4045-95EA-FC4007D20F42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1DC96F04-A7EE-4EA2-AF52-75D86C8D386E}" srcId="{5C066EDF-B0F9-4BE0-9AFD-123616313427}" destId="{36A9B982-203C-4045-95EA-FC4007D20F42}" srcOrd="2" destOrd="0" parTransId="{AB50F71A-5C2A-48B8-ADC4-8BAFFEAA1FA3}" sibTransId="{0E65ED6C-921E-4965-9149-E3A92AB685F8}"/>
    <dgm:cxn modelId="{A1FE5E0E-486F-4F18-8AE3-195C7E034916}" type="presOf" srcId="{BC630CA9-901A-4DB2-A11F-69563F41306C}" destId="{E7993B86-4F57-4235-AA7B-C724D15EE9E0}" srcOrd="1" destOrd="0" presId="urn:microsoft.com/office/officeart/2005/8/layout/target3"/>
    <dgm:cxn modelId="{EF303146-428C-4243-812C-87071C6C6717}" type="presOf" srcId="{5C066EDF-B0F9-4BE0-9AFD-123616313427}" destId="{3FAE2B89-C84E-4894-AA9C-A2262EDDD06F}" srcOrd="0" destOrd="0" presId="urn:microsoft.com/office/officeart/2005/8/layout/target3"/>
    <dgm:cxn modelId="{B3424374-C10D-445C-BCC0-DE5D8264C7D7}" type="presOf" srcId="{7A3C126A-688D-4F38-83C2-A326CD243CE3}" destId="{44FBA49D-B455-418C-B422-B0921C236B61}" srcOrd="1" destOrd="0" presId="urn:microsoft.com/office/officeart/2005/8/layout/target3"/>
    <dgm:cxn modelId="{A7334955-B41A-4668-929B-8042065DA3FA}" type="presOf" srcId="{36A9B982-203C-4045-95EA-FC4007D20F42}" destId="{4C7229E0-90E3-4E17-85AF-8A7685978955}" srcOrd="0" destOrd="0" presId="urn:microsoft.com/office/officeart/2005/8/layout/target3"/>
    <dgm:cxn modelId="{58979EBB-7605-411D-8312-43567836C2DF}" type="presOf" srcId="{BC630CA9-901A-4DB2-A11F-69563F41306C}" destId="{1F88DB70-B27C-498B-ADB9-E5731971FDA4}" srcOrd="0" destOrd="0" presId="urn:microsoft.com/office/officeart/2005/8/layout/target3"/>
    <dgm:cxn modelId="{F6DB00C0-1ED3-4028-AC34-7497253359EC}" srcId="{5C066EDF-B0F9-4BE0-9AFD-123616313427}" destId="{7A3C126A-688D-4F38-83C2-A326CD243CE3}" srcOrd="1" destOrd="0" parTransId="{AA5C339F-665A-4325-A832-5F5AA127D9D0}" sibTransId="{7C321C4F-A221-4593-B9D1-B01C54311211}"/>
    <dgm:cxn modelId="{EC5D6AD1-FCAD-4126-9EE3-412D934AB18A}" srcId="{5C066EDF-B0F9-4BE0-9AFD-123616313427}" destId="{BC630CA9-901A-4DB2-A11F-69563F41306C}" srcOrd="0" destOrd="0" parTransId="{D64BE73D-DE4A-4ED5-8BA2-987717462C99}" sibTransId="{4968DB0C-5AC1-4A47-9B33-5F3CF4DA7166}"/>
    <dgm:cxn modelId="{B1FE26D5-021B-4763-8E40-F118C05F9675}" type="presOf" srcId="{36A9B982-203C-4045-95EA-FC4007D20F42}" destId="{2585562A-FF5A-48CA-94E7-62E7C330F819}" srcOrd="1" destOrd="0" presId="urn:microsoft.com/office/officeart/2005/8/layout/target3"/>
    <dgm:cxn modelId="{302912DE-951A-44A9-8EDA-46884A5329FB}" type="presOf" srcId="{7A3C126A-688D-4F38-83C2-A326CD243CE3}" destId="{29D5D06D-1ED6-4899-A54B-5C0B1DBEF530}" srcOrd="0" destOrd="0" presId="urn:microsoft.com/office/officeart/2005/8/layout/target3"/>
    <dgm:cxn modelId="{3EBEBA8A-45CA-4F75-90BB-64768EEF08A0}" type="presParOf" srcId="{3FAE2B89-C84E-4894-AA9C-A2262EDDD06F}" destId="{D7CE17C1-9E38-4459-8A48-53C3BC31D115}" srcOrd="0" destOrd="0" presId="urn:microsoft.com/office/officeart/2005/8/layout/target3"/>
    <dgm:cxn modelId="{271E256E-F977-410B-BB13-BA4D5CF2DD63}" type="presParOf" srcId="{3FAE2B89-C84E-4894-AA9C-A2262EDDD06F}" destId="{13373E4E-55A0-44D2-B1EF-AF62FF366E70}" srcOrd="1" destOrd="0" presId="urn:microsoft.com/office/officeart/2005/8/layout/target3"/>
    <dgm:cxn modelId="{88CD3CB5-DAEE-410A-9662-02F442002F8F}" type="presParOf" srcId="{3FAE2B89-C84E-4894-AA9C-A2262EDDD06F}" destId="{1F88DB70-B27C-498B-ADB9-E5731971FDA4}" srcOrd="2" destOrd="0" presId="urn:microsoft.com/office/officeart/2005/8/layout/target3"/>
    <dgm:cxn modelId="{10F8F05A-B8F2-4318-8E39-E636E1520D88}" type="presParOf" srcId="{3FAE2B89-C84E-4894-AA9C-A2262EDDD06F}" destId="{42B3DF7B-846A-42A6-8363-5853F5D36645}" srcOrd="3" destOrd="0" presId="urn:microsoft.com/office/officeart/2005/8/layout/target3"/>
    <dgm:cxn modelId="{99EB011B-A232-470F-8ABE-926D3C05DF13}" type="presParOf" srcId="{3FAE2B89-C84E-4894-AA9C-A2262EDDD06F}" destId="{5B50BB87-695B-4E86-944D-31B71EDD69AC}" srcOrd="4" destOrd="0" presId="urn:microsoft.com/office/officeart/2005/8/layout/target3"/>
    <dgm:cxn modelId="{E27748D0-23DB-43EA-85B3-8FD3A381905A}" type="presParOf" srcId="{3FAE2B89-C84E-4894-AA9C-A2262EDDD06F}" destId="{29D5D06D-1ED6-4899-A54B-5C0B1DBEF530}" srcOrd="5" destOrd="0" presId="urn:microsoft.com/office/officeart/2005/8/layout/target3"/>
    <dgm:cxn modelId="{DD939E63-F579-4BFD-93BB-E41CE22E9F1B}" type="presParOf" srcId="{3FAE2B89-C84E-4894-AA9C-A2262EDDD06F}" destId="{784AE8F2-A184-456B-9870-E00F2CF392A6}" srcOrd="6" destOrd="0" presId="urn:microsoft.com/office/officeart/2005/8/layout/target3"/>
    <dgm:cxn modelId="{176AFC88-5BFE-47E7-9C25-59720644D774}" type="presParOf" srcId="{3FAE2B89-C84E-4894-AA9C-A2262EDDD06F}" destId="{F4F5F639-D348-422E-99D2-9191FE41E22F}" srcOrd="7" destOrd="0" presId="urn:microsoft.com/office/officeart/2005/8/layout/target3"/>
    <dgm:cxn modelId="{5BCFDE3B-4406-434D-80EC-56B70C5E95BA}" type="presParOf" srcId="{3FAE2B89-C84E-4894-AA9C-A2262EDDD06F}" destId="{4C7229E0-90E3-4E17-85AF-8A7685978955}" srcOrd="8" destOrd="0" presId="urn:microsoft.com/office/officeart/2005/8/layout/target3"/>
    <dgm:cxn modelId="{7248658E-6852-4F80-B2BE-0723EF50A376}" type="presParOf" srcId="{3FAE2B89-C84E-4894-AA9C-A2262EDDD06F}" destId="{E7993B86-4F57-4235-AA7B-C724D15EE9E0}" srcOrd="9" destOrd="0" presId="urn:microsoft.com/office/officeart/2005/8/layout/target3"/>
    <dgm:cxn modelId="{3C10A9F5-1AC8-4E00-81DA-5BD4E5E98501}" type="presParOf" srcId="{3FAE2B89-C84E-4894-AA9C-A2262EDDD06F}" destId="{44FBA49D-B455-418C-B422-B0921C236B61}" srcOrd="10" destOrd="0" presId="urn:microsoft.com/office/officeart/2005/8/layout/target3"/>
    <dgm:cxn modelId="{C965FA1A-1609-40FE-99F0-707BF52C0E36}" type="presParOf" srcId="{3FAE2B89-C84E-4894-AA9C-A2262EDDD06F}" destId="{2585562A-FF5A-48CA-94E7-62E7C330F819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6555A3-74FA-4408-AFC3-E20DF7DF2FBB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4C3E4CD-FDBF-4779-90CF-3C370193B2F4}">
      <dgm:prSet/>
      <dgm:spPr/>
      <dgm:t>
        <a:bodyPr/>
        <a:lstStyle/>
        <a:p>
          <a:r>
            <a:rPr lang="en-IN" b="1"/>
            <a:t>VisualVM</a:t>
          </a:r>
          <a:r>
            <a:rPr lang="en-IN"/>
            <a:t> – open-source, integrated with JDK.</a:t>
          </a:r>
        </a:p>
      </dgm:t>
    </dgm:pt>
    <dgm:pt modelId="{912FBD99-CA9A-4432-A179-139F05A7ED88}" type="parTrans" cxnId="{03E9B8D8-A8F1-446F-9D21-65BDF012D8DD}">
      <dgm:prSet/>
      <dgm:spPr/>
      <dgm:t>
        <a:bodyPr/>
        <a:lstStyle/>
        <a:p>
          <a:endParaRPr lang="en-IN"/>
        </a:p>
      </dgm:t>
    </dgm:pt>
    <dgm:pt modelId="{FE0B9390-4BA4-41CE-BB66-F807CF8A2525}" type="sibTrans" cxnId="{03E9B8D8-A8F1-446F-9D21-65BDF012D8DD}">
      <dgm:prSet/>
      <dgm:spPr/>
      <dgm:t>
        <a:bodyPr/>
        <a:lstStyle/>
        <a:p>
          <a:endParaRPr lang="en-IN"/>
        </a:p>
      </dgm:t>
    </dgm:pt>
    <dgm:pt modelId="{81E181D7-DDF3-4322-90AE-EFFBF7959541}">
      <dgm:prSet/>
      <dgm:spPr/>
      <dgm:t>
        <a:bodyPr/>
        <a:lstStyle/>
        <a:p>
          <a:r>
            <a:rPr lang="en-IN" b="1"/>
            <a:t>JProfiler</a:t>
          </a:r>
          <a:r>
            <a:rPr lang="en-IN"/>
            <a:t> – commercial tool with deep analysis.</a:t>
          </a:r>
        </a:p>
      </dgm:t>
    </dgm:pt>
    <dgm:pt modelId="{A34A5A11-C37E-41C8-927D-C7EEE4D980F3}" type="parTrans" cxnId="{89580A8A-1C20-446D-93A0-9CAD3D66820D}">
      <dgm:prSet/>
      <dgm:spPr/>
      <dgm:t>
        <a:bodyPr/>
        <a:lstStyle/>
        <a:p>
          <a:endParaRPr lang="en-IN"/>
        </a:p>
      </dgm:t>
    </dgm:pt>
    <dgm:pt modelId="{DC8F366C-8502-464B-8C1B-8F4B2B0A2319}" type="sibTrans" cxnId="{89580A8A-1C20-446D-93A0-9CAD3D66820D}">
      <dgm:prSet/>
      <dgm:spPr/>
      <dgm:t>
        <a:bodyPr/>
        <a:lstStyle/>
        <a:p>
          <a:endParaRPr lang="en-IN"/>
        </a:p>
      </dgm:t>
    </dgm:pt>
    <dgm:pt modelId="{40069054-AA0B-4D36-B928-16555F1236B4}">
      <dgm:prSet/>
      <dgm:spPr/>
      <dgm:t>
        <a:bodyPr/>
        <a:lstStyle/>
        <a:p>
          <a:r>
            <a:rPr lang="en-IN" b="1"/>
            <a:t>JConsole</a:t>
          </a:r>
          <a:r>
            <a:rPr lang="en-IN"/>
            <a:t> – bundled with JDK for monitoring.</a:t>
          </a:r>
        </a:p>
      </dgm:t>
    </dgm:pt>
    <dgm:pt modelId="{8C21CC1A-DC6A-489B-89A8-03BC6311BEE8}" type="parTrans" cxnId="{E31A0BA2-A54F-4416-82D7-FDAC9DC41729}">
      <dgm:prSet/>
      <dgm:spPr/>
      <dgm:t>
        <a:bodyPr/>
        <a:lstStyle/>
        <a:p>
          <a:endParaRPr lang="en-IN"/>
        </a:p>
      </dgm:t>
    </dgm:pt>
    <dgm:pt modelId="{51D08B3F-0AA8-41E4-A3D4-0B8BCCC0A7BA}" type="sibTrans" cxnId="{E31A0BA2-A54F-4416-82D7-FDAC9DC41729}">
      <dgm:prSet/>
      <dgm:spPr/>
      <dgm:t>
        <a:bodyPr/>
        <a:lstStyle/>
        <a:p>
          <a:endParaRPr lang="en-IN"/>
        </a:p>
      </dgm:t>
    </dgm:pt>
    <dgm:pt modelId="{98A42B3C-615D-434D-B977-2131C5E40CA5}">
      <dgm:prSet/>
      <dgm:spPr/>
      <dgm:t>
        <a:bodyPr/>
        <a:lstStyle/>
        <a:p>
          <a:r>
            <a:rPr lang="en-IN" b="1"/>
            <a:t>Jstat</a:t>
          </a:r>
          <a:r>
            <a:rPr lang="en-IN"/>
            <a:t> – command-line monitoring for JVM stats.</a:t>
          </a:r>
        </a:p>
      </dgm:t>
    </dgm:pt>
    <dgm:pt modelId="{EA8895AB-9BB0-4A30-8D46-5DE3D2BC0F61}" type="parTrans" cxnId="{9CF5E9AA-2587-42E1-AADA-5F1668AA636B}">
      <dgm:prSet/>
      <dgm:spPr/>
      <dgm:t>
        <a:bodyPr/>
        <a:lstStyle/>
        <a:p>
          <a:endParaRPr lang="en-IN"/>
        </a:p>
      </dgm:t>
    </dgm:pt>
    <dgm:pt modelId="{C2B8BF78-23A0-4D3B-83FD-B088BE2C49B0}" type="sibTrans" cxnId="{9CF5E9AA-2587-42E1-AADA-5F1668AA636B}">
      <dgm:prSet/>
      <dgm:spPr/>
      <dgm:t>
        <a:bodyPr/>
        <a:lstStyle/>
        <a:p>
          <a:endParaRPr lang="en-IN"/>
        </a:p>
      </dgm:t>
    </dgm:pt>
    <dgm:pt modelId="{75C8F244-8F14-4939-B5DE-B406BEAE3588}">
      <dgm:prSet/>
      <dgm:spPr/>
      <dgm:t>
        <a:bodyPr/>
        <a:lstStyle/>
        <a:p>
          <a:r>
            <a:rPr lang="en-IN" b="1"/>
            <a:t>Jstack</a:t>
          </a:r>
          <a:r>
            <a:rPr lang="en-IN"/>
            <a:t> – analyzes thread dumps to detect deadlocks.</a:t>
          </a:r>
        </a:p>
      </dgm:t>
    </dgm:pt>
    <dgm:pt modelId="{A69DAB2F-AA4B-4F21-8F2D-7ED2C93D79BC}" type="parTrans" cxnId="{3A69EBE6-EC8F-40B7-A646-FDF474960995}">
      <dgm:prSet/>
      <dgm:spPr/>
      <dgm:t>
        <a:bodyPr/>
        <a:lstStyle/>
        <a:p>
          <a:endParaRPr lang="en-IN"/>
        </a:p>
      </dgm:t>
    </dgm:pt>
    <dgm:pt modelId="{8A51E5BC-97EF-40A2-AE1C-24EA47F462FB}" type="sibTrans" cxnId="{3A69EBE6-EC8F-40B7-A646-FDF474960995}">
      <dgm:prSet/>
      <dgm:spPr/>
      <dgm:t>
        <a:bodyPr/>
        <a:lstStyle/>
        <a:p>
          <a:endParaRPr lang="en-IN"/>
        </a:p>
      </dgm:t>
    </dgm:pt>
    <dgm:pt modelId="{CC56DC3E-FD19-4FB8-8F78-128223E71975}" type="pres">
      <dgm:prSet presAssocID="{8C6555A3-74FA-4408-AFC3-E20DF7DF2FB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4A24997-89AC-4DCB-8789-6F0EAB78294C}" type="pres">
      <dgm:prSet presAssocID="{B4C3E4CD-FDBF-4779-90CF-3C370193B2F4}" presName="circle1" presStyleLbl="node1" presStyleIdx="0" presStyleCnt="5"/>
      <dgm:spPr/>
    </dgm:pt>
    <dgm:pt modelId="{1E31FCE0-E4F7-47AF-BAFF-35F078174A0C}" type="pres">
      <dgm:prSet presAssocID="{B4C3E4CD-FDBF-4779-90CF-3C370193B2F4}" presName="space" presStyleCnt="0"/>
      <dgm:spPr/>
    </dgm:pt>
    <dgm:pt modelId="{A096FC08-C323-4158-971E-535E2BDB15A4}" type="pres">
      <dgm:prSet presAssocID="{B4C3E4CD-FDBF-4779-90CF-3C370193B2F4}" presName="rect1" presStyleLbl="alignAcc1" presStyleIdx="0" presStyleCnt="5"/>
      <dgm:spPr/>
    </dgm:pt>
    <dgm:pt modelId="{EE4D30EA-F29A-4CEC-A71C-14A77801E726}" type="pres">
      <dgm:prSet presAssocID="{81E181D7-DDF3-4322-90AE-EFFBF7959541}" presName="vertSpace2" presStyleLbl="node1" presStyleIdx="0" presStyleCnt="5"/>
      <dgm:spPr/>
    </dgm:pt>
    <dgm:pt modelId="{922622B9-721C-4793-9D4F-DEDEFBF28101}" type="pres">
      <dgm:prSet presAssocID="{81E181D7-DDF3-4322-90AE-EFFBF7959541}" presName="circle2" presStyleLbl="node1" presStyleIdx="1" presStyleCnt="5"/>
      <dgm:spPr/>
    </dgm:pt>
    <dgm:pt modelId="{6F037D78-EEBF-4620-885E-DB9E9B411060}" type="pres">
      <dgm:prSet presAssocID="{81E181D7-DDF3-4322-90AE-EFFBF7959541}" presName="rect2" presStyleLbl="alignAcc1" presStyleIdx="1" presStyleCnt="5"/>
      <dgm:spPr/>
    </dgm:pt>
    <dgm:pt modelId="{5484EC24-7E11-41F6-93FB-7A3FCFE80C71}" type="pres">
      <dgm:prSet presAssocID="{40069054-AA0B-4D36-B928-16555F1236B4}" presName="vertSpace3" presStyleLbl="node1" presStyleIdx="1" presStyleCnt="5"/>
      <dgm:spPr/>
    </dgm:pt>
    <dgm:pt modelId="{95704CA6-241B-4C03-A4BD-41769C3113EE}" type="pres">
      <dgm:prSet presAssocID="{40069054-AA0B-4D36-B928-16555F1236B4}" presName="circle3" presStyleLbl="node1" presStyleIdx="2" presStyleCnt="5"/>
      <dgm:spPr/>
    </dgm:pt>
    <dgm:pt modelId="{580109C9-B3B5-4C79-B25B-3E1C38B1297A}" type="pres">
      <dgm:prSet presAssocID="{40069054-AA0B-4D36-B928-16555F1236B4}" presName="rect3" presStyleLbl="alignAcc1" presStyleIdx="2" presStyleCnt="5"/>
      <dgm:spPr/>
    </dgm:pt>
    <dgm:pt modelId="{427F7884-C8E8-4E30-9F2C-FEB0200EB077}" type="pres">
      <dgm:prSet presAssocID="{98A42B3C-615D-434D-B977-2131C5E40CA5}" presName="vertSpace4" presStyleLbl="node1" presStyleIdx="2" presStyleCnt="5"/>
      <dgm:spPr/>
    </dgm:pt>
    <dgm:pt modelId="{3E80ACD0-F493-4464-9026-7F21A19F82BC}" type="pres">
      <dgm:prSet presAssocID="{98A42B3C-615D-434D-B977-2131C5E40CA5}" presName="circle4" presStyleLbl="node1" presStyleIdx="3" presStyleCnt="5"/>
      <dgm:spPr/>
    </dgm:pt>
    <dgm:pt modelId="{885B8497-63C9-47B9-BFE8-148712CFFC51}" type="pres">
      <dgm:prSet presAssocID="{98A42B3C-615D-434D-B977-2131C5E40CA5}" presName="rect4" presStyleLbl="alignAcc1" presStyleIdx="3" presStyleCnt="5"/>
      <dgm:spPr/>
    </dgm:pt>
    <dgm:pt modelId="{EDDEF0E5-CF4F-408A-A2B9-789987C3BAB7}" type="pres">
      <dgm:prSet presAssocID="{75C8F244-8F14-4939-B5DE-B406BEAE3588}" presName="vertSpace5" presStyleLbl="node1" presStyleIdx="3" presStyleCnt="5"/>
      <dgm:spPr/>
    </dgm:pt>
    <dgm:pt modelId="{F87B021C-4B74-41FB-A0CF-293D21B10167}" type="pres">
      <dgm:prSet presAssocID="{75C8F244-8F14-4939-B5DE-B406BEAE3588}" presName="circle5" presStyleLbl="node1" presStyleIdx="4" presStyleCnt="5"/>
      <dgm:spPr/>
    </dgm:pt>
    <dgm:pt modelId="{A1E1689F-C887-4C66-984E-18E5CB603F11}" type="pres">
      <dgm:prSet presAssocID="{75C8F244-8F14-4939-B5DE-B406BEAE3588}" presName="rect5" presStyleLbl="alignAcc1" presStyleIdx="4" presStyleCnt="5"/>
      <dgm:spPr/>
    </dgm:pt>
    <dgm:pt modelId="{7228B7C2-CA34-4703-A306-DBA0B7EC5CFC}" type="pres">
      <dgm:prSet presAssocID="{B4C3E4CD-FDBF-4779-90CF-3C370193B2F4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767046AC-DFA9-4904-8786-DD1F99BD6DBC}" type="pres">
      <dgm:prSet presAssocID="{81E181D7-DDF3-4322-90AE-EFFBF7959541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7F84BFBD-1D74-47FB-8A46-8AEA9C9D4171}" type="pres">
      <dgm:prSet presAssocID="{40069054-AA0B-4D36-B928-16555F1236B4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1D834B8A-9807-452F-9C91-5BE22A403755}" type="pres">
      <dgm:prSet presAssocID="{98A42B3C-615D-434D-B977-2131C5E40CA5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1460D0A6-9A29-40C6-834D-8B5507FA891B}" type="pres">
      <dgm:prSet presAssocID="{75C8F244-8F14-4939-B5DE-B406BEAE3588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E6F76D12-416E-4E9D-BE6B-556E604CD46E}" type="presOf" srcId="{81E181D7-DDF3-4322-90AE-EFFBF7959541}" destId="{6F037D78-EEBF-4620-885E-DB9E9B411060}" srcOrd="0" destOrd="0" presId="urn:microsoft.com/office/officeart/2005/8/layout/target3"/>
    <dgm:cxn modelId="{61527E3A-6FD2-4D51-9EB8-EDCDF71AE154}" type="presOf" srcId="{B4C3E4CD-FDBF-4779-90CF-3C370193B2F4}" destId="{A096FC08-C323-4158-971E-535E2BDB15A4}" srcOrd="0" destOrd="0" presId="urn:microsoft.com/office/officeart/2005/8/layout/target3"/>
    <dgm:cxn modelId="{A4DF103E-A041-4256-BFB6-F86C4FF61C1B}" type="presOf" srcId="{40069054-AA0B-4D36-B928-16555F1236B4}" destId="{580109C9-B3B5-4C79-B25B-3E1C38B1297A}" srcOrd="0" destOrd="0" presId="urn:microsoft.com/office/officeart/2005/8/layout/target3"/>
    <dgm:cxn modelId="{C779BC6C-6DE9-4F12-9E1A-92C7FC17FD26}" type="presOf" srcId="{98A42B3C-615D-434D-B977-2131C5E40CA5}" destId="{885B8497-63C9-47B9-BFE8-148712CFFC51}" srcOrd="0" destOrd="0" presId="urn:microsoft.com/office/officeart/2005/8/layout/target3"/>
    <dgm:cxn modelId="{8A335550-CFDF-41AB-83A2-FF5CF0B96156}" type="presOf" srcId="{8C6555A3-74FA-4408-AFC3-E20DF7DF2FBB}" destId="{CC56DC3E-FD19-4FB8-8F78-128223E71975}" srcOrd="0" destOrd="0" presId="urn:microsoft.com/office/officeart/2005/8/layout/target3"/>
    <dgm:cxn modelId="{89580A8A-1C20-446D-93A0-9CAD3D66820D}" srcId="{8C6555A3-74FA-4408-AFC3-E20DF7DF2FBB}" destId="{81E181D7-DDF3-4322-90AE-EFFBF7959541}" srcOrd="1" destOrd="0" parTransId="{A34A5A11-C37E-41C8-927D-C7EEE4D980F3}" sibTransId="{DC8F366C-8502-464B-8C1B-8F4B2B0A2319}"/>
    <dgm:cxn modelId="{43F77D8D-F175-49D2-9EB8-9AB9D2BF5840}" type="presOf" srcId="{B4C3E4CD-FDBF-4779-90CF-3C370193B2F4}" destId="{7228B7C2-CA34-4703-A306-DBA0B7EC5CFC}" srcOrd="1" destOrd="0" presId="urn:microsoft.com/office/officeart/2005/8/layout/target3"/>
    <dgm:cxn modelId="{6FE9419F-05CD-464D-A9F5-32C797A03BF3}" type="presOf" srcId="{40069054-AA0B-4D36-B928-16555F1236B4}" destId="{7F84BFBD-1D74-47FB-8A46-8AEA9C9D4171}" srcOrd="1" destOrd="0" presId="urn:microsoft.com/office/officeart/2005/8/layout/target3"/>
    <dgm:cxn modelId="{8B2C969F-C0BF-4D4B-855F-77E1B9A80CDC}" type="presOf" srcId="{75C8F244-8F14-4939-B5DE-B406BEAE3588}" destId="{1460D0A6-9A29-40C6-834D-8B5507FA891B}" srcOrd="1" destOrd="0" presId="urn:microsoft.com/office/officeart/2005/8/layout/target3"/>
    <dgm:cxn modelId="{E31A0BA2-A54F-4416-82D7-FDAC9DC41729}" srcId="{8C6555A3-74FA-4408-AFC3-E20DF7DF2FBB}" destId="{40069054-AA0B-4D36-B928-16555F1236B4}" srcOrd="2" destOrd="0" parTransId="{8C21CC1A-DC6A-489B-89A8-03BC6311BEE8}" sibTransId="{51D08B3F-0AA8-41E4-A3D4-0B8BCCC0A7BA}"/>
    <dgm:cxn modelId="{1BA3FCA5-DC22-4235-9E62-474727699DE5}" type="presOf" srcId="{98A42B3C-615D-434D-B977-2131C5E40CA5}" destId="{1D834B8A-9807-452F-9C91-5BE22A403755}" srcOrd="1" destOrd="0" presId="urn:microsoft.com/office/officeart/2005/8/layout/target3"/>
    <dgm:cxn modelId="{9CF5E9AA-2587-42E1-AADA-5F1668AA636B}" srcId="{8C6555A3-74FA-4408-AFC3-E20DF7DF2FBB}" destId="{98A42B3C-615D-434D-B977-2131C5E40CA5}" srcOrd="3" destOrd="0" parTransId="{EA8895AB-9BB0-4A30-8D46-5DE3D2BC0F61}" sibTransId="{C2B8BF78-23A0-4D3B-83FD-B088BE2C49B0}"/>
    <dgm:cxn modelId="{F26AF6AB-67CB-436E-98E6-C43AAD70359A}" type="presOf" srcId="{81E181D7-DDF3-4322-90AE-EFFBF7959541}" destId="{767046AC-DFA9-4904-8786-DD1F99BD6DBC}" srcOrd="1" destOrd="0" presId="urn:microsoft.com/office/officeart/2005/8/layout/target3"/>
    <dgm:cxn modelId="{AB27EEC9-4967-4616-A61F-3935C38D5BA2}" type="presOf" srcId="{75C8F244-8F14-4939-B5DE-B406BEAE3588}" destId="{A1E1689F-C887-4C66-984E-18E5CB603F11}" srcOrd="0" destOrd="0" presId="urn:microsoft.com/office/officeart/2005/8/layout/target3"/>
    <dgm:cxn modelId="{03E9B8D8-A8F1-446F-9D21-65BDF012D8DD}" srcId="{8C6555A3-74FA-4408-AFC3-E20DF7DF2FBB}" destId="{B4C3E4CD-FDBF-4779-90CF-3C370193B2F4}" srcOrd="0" destOrd="0" parTransId="{912FBD99-CA9A-4432-A179-139F05A7ED88}" sibTransId="{FE0B9390-4BA4-41CE-BB66-F807CF8A2525}"/>
    <dgm:cxn modelId="{3A69EBE6-EC8F-40B7-A646-FDF474960995}" srcId="{8C6555A3-74FA-4408-AFC3-E20DF7DF2FBB}" destId="{75C8F244-8F14-4939-B5DE-B406BEAE3588}" srcOrd="4" destOrd="0" parTransId="{A69DAB2F-AA4B-4F21-8F2D-7ED2C93D79BC}" sibTransId="{8A51E5BC-97EF-40A2-AE1C-24EA47F462FB}"/>
    <dgm:cxn modelId="{6A61A5DC-D100-41D1-93DE-310D59D2D495}" type="presParOf" srcId="{CC56DC3E-FD19-4FB8-8F78-128223E71975}" destId="{04A24997-89AC-4DCB-8789-6F0EAB78294C}" srcOrd="0" destOrd="0" presId="urn:microsoft.com/office/officeart/2005/8/layout/target3"/>
    <dgm:cxn modelId="{68312A03-1D03-486A-82FD-48C6109DA82B}" type="presParOf" srcId="{CC56DC3E-FD19-4FB8-8F78-128223E71975}" destId="{1E31FCE0-E4F7-47AF-BAFF-35F078174A0C}" srcOrd="1" destOrd="0" presId="urn:microsoft.com/office/officeart/2005/8/layout/target3"/>
    <dgm:cxn modelId="{8961A1F5-11AB-44DD-A313-90BF3360A49B}" type="presParOf" srcId="{CC56DC3E-FD19-4FB8-8F78-128223E71975}" destId="{A096FC08-C323-4158-971E-535E2BDB15A4}" srcOrd="2" destOrd="0" presId="urn:microsoft.com/office/officeart/2005/8/layout/target3"/>
    <dgm:cxn modelId="{76344EE1-BECF-4808-A70D-45CF8DF4DF02}" type="presParOf" srcId="{CC56DC3E-FD19-4FB8-8F78-128223E71975}" destId="{EE4D30EA-F29A-4CEC-A71C-14A77801E726}" srcOrd="3" destOrd="0" presId="urn:microsoft.com/office/officeart/2005/8/layout/target3"/>
    <dgm:cxn modelId="{C9B6E519-ED44-4E2F-94FF-A9CB4225BC60}" type="presParOf" srcId="{CC56DC3E-FD19-4FB8-8F78-128223E71975}" destId="{922622B9-721C-4793-9D4F-DEDEFBF28101}" srcOrd="4" destOrd="0" presId="urn:microsoft.com/office/officeart/2005/8/layout/target3"/>
    <dgm:cxn modelId="{275AED5B-CBB7-4FA5-AEC0-B0F1ED878024}" type="presParOf" srcId="{CC56DC3E-FD19-4FB8-8F78-128223E71975}" destId="{6F037D78-EEBF-4620-885E-DB9E9B411060}" srcOrd="5" destOrd="0" presId="urn:microsoft.com/office/officeart/2005/8/layout/target3"/>
    <dgm:cxn modelId="{B8E03F07-4C89-4C55-9D5D-F393DD3C3805}" type="presParOf" srcId="{CC56DC3E-FD19-4FB8-8F78-128223E71975}" destId="{5484EC24-7E11-41F6-93FB-7A3FCFE80C71}" srcOrd="6" destOrd="0" presId="urn:microsoft.com/office/officeart/2005/8/layout/target3"/>
    <dgm:cxn modelId="{8037D4E8-6C20-4135-ADD1-4D6F0103E0C0}" type="presParOf" srcId="{CC56DC3E-FD19-4FB8-8F78-128223E71975}" destId="{95704CA6-241B-4C03-A4BD-41769C3113EE}" srcOrd="7" destOrd="0" presId="urn:microsoft.com/office/officeart/2005/8/layout/target3"/>
    <dgm:cxn modelId="{E864506B-200D-443E-9BAE-4C60F46B7821}" type="presParOf" srcId="{CC56DC3E-FD19-4FB8-8F78-128223E71975}" destId="{580109C9-B3B5-4C79-B25B-3E1C38B1297A}" srcOrd="8" destOrd="0" presId="urn:microsoft.com/office/officeart/2005/8/layout/target3"/>
    <dgm:cxn modelId="{0CC8A836-5E93-4B52-8699-221F7FE8911C}" type="presParOf" srcId="{CC56DC3E-FD19-4FB8-8F78-128223E71975}" destId="{427F7884-C8E8-4E30-9F2C-FEB0200EB077}" srcOrd="9" destOrd="0" presId="urn:microsoft.com/office/officeart/2005/8/layout/target3"/>
    <dgm:cxn modelId="{464453C3-9BA9-4016-8591-E82A27942FE2}" type="presParOf" srcId="{CC56DC3E-FD19-4FB8-8F78-128223E71975}" destId="{3E80ACD0-F493-4464-9026-7F21A19F82BC}" srcOrd="10" destOrd="0" presId="urn:microsoft.com/office/officeart/2005/8/layout/target3"/>
    <dgm:cxn modelId="{9AD01096-9E0C-4DEA-9369-0AD456CC6106}" type="presParOf" srcId="{CC56DC3E-FD19-4FB8-8F78-128223E71975}" destId="{885B8497-63C9-47B9-BFE8-148712CFFC51}" srcOrd="11" destOrd="0" presId="urn:microsoft.com/office/officeart/2005/8/layout/target3"/>
    <dgm:cxn modelId="{36627471-9A71-41ED-AA1A-335B9A3BDC9B}" type="presParOf" srcId="{CC56DC3E-FD19-4FB8-8F78-128223E71975}" destId="{EDDEF0E5-CF4F-408A-A2B9-789987C3BAB7}" srcOrd="12" destOrd="0" presId="urn:microsoft.com/office/officeart/2005/8/layout/target3"/>
    <dgm:cxn modelId="{062C2B8C-26B2-4A59-94B5-81988E6FBCFE}" type="presParOf" srcId="{CC56DC3E-FD19-4FB8-8F78-128223E71975}" destId="{F87B021C-4B74-41FB-A0CF-293D21B10167}" srcOrd="13" destOrd="0" presId="urn:microsoft.com/office/officeart/2005/8/layout/target3"/>
    <dgm:cxn modelId="{95A60104-ECA7-499D-A109-0FCA367177FA}" type="presParOf" srcId="{CC56DC3E-FD19-4FB8-8F78-128223E71975}" destId="{A1E1689F-C887-4C66-984E-18E5CB603F11}" srcOrd="14" destOrd="0" presId="urn:microsoft.com/office/officeart/2005/8/layout/target3"/>
    <dgm:cxn modelId="{38970AFF-5C82-4C98-A6D6-C8E5D4279DE1}" type="presParOf" srcId="{CC56DC3E-FD19-4FB8-8F78-128223E71975}" destId="{7228B7C2-CA34-4703-A306-DBA0B7EC5CFC}" srcOrd="15" destOrd="0" presId="urn:microsoft.com/office/officeart/2005/8/layout/target3"/>
    <dgm:cxn modelId="{B703A2B0-B3D8-4140-BAC4-E7C5ED5CF1F1}" type="presParOf" srcId="{CC56DC3E-FD19-4FB8-8F78-128223E71975}" destId="{767046AC-DFA9-4904-8786-DD1F99BD6DBC}" srcOrd="16" destOrd="0" presId="urn:microsoft.com/office/officeart/2005/8/layout/target3"/>
    <dgm:cxn modelId="{0228904D-60AC-4A93-BD30-DF5B789B4B22}" type="presParOf" srcId="{CC56DC3E-FD19-4FB8-8F78-128223E71975}" destId="{7F84BFBD-1D74-47FB-8A46-8AEA9C9D4171}" srcOrd="17" destOrd="0" presId="urn:microsoft.com/office/officeart/2005/8/layout/target3"/>
    <dgm:cxn modelId="{8CE6CAE9-F5F8-48BC-8747-FE509F9BFB73}" type="presParOf" srcId="{CC56DC3E-FD19-4FB8-8F78-128223E71975}" destId="{1D834B8A-9807-452F-9C91-5BE22A403755}" srcOrd="18" destOrd="0" presId="urn:microsoft.com/office/officeart/2005/8/layout/target3"/>
    <dgm:cxn modelId="{873B1D39-1165-49B1-942C-CE589BDBAC7D}" type="presParOf" srcId="{CC56DC3E-FD19-4FB8-8F78-128223E71975}" destId="{1460D0A6-9A29-40C6-834D-8B5507FA891B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CAA08-5B4D-48D2-A3E0-61F7140D2810}">
      <dsp:nvSpPr>
        <dsp:cNvPr id="0" name=""/>
        <dsp:cNvSpPr/>
      </dsp:nvSpPr>
      <dsp:spPr>
        <a:xfrm>
          <a:off x="0" y="0"/>
          <a:ext cx="2590938" cy="259093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E5226-DA36-487E-B4D2-468047CC8FBC}">
      <dsp:nvSpPr>
        <dsp:cNvPr id="0" name=""/>
        <dsp:cNvSpPr/>
      </dsp:nvSpPr>
      <dsp:spPr>
        <a:xfrm>
          <a:off x="1295469" y="0"/>
          <a:ext cx="7267338" cy="25909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Profiling means monitoring and analyzing application performance.</a:t>
          </a:r>
          <a:endParaRPr lang="en-IN" sz="2300" kern="1200"/>
        </a:p>
      </dsp:txBody>
      <dsp:txXfrm>
        <a:off x="1295469" y="0"/>
        <a:ext cx="7267338" cy="777283"/>
      </dsp:txXfrm>
    </dsp:sp>
    <dsp:sp modelId="{85DAA5A3-8658-4BEA-BDB9-2B41B7F2FCA7}">
      <dsp:nvSpPr>
        <dsp:cNvPr id="0" name=""/>
        <dsp:cNvSpPr/>
      </dsp:nvSpPr>
      <dsp:spPr>
        <a:xfrm>
          <a:off x="453414" y="777283"/>
          <a:ext cx="1684108" cy="168410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3B5C4-670A-4D64-BF2C-60C86E46698C}">
      <dsp:nvSpPr>
        <dsp:cNvPr id="0" name=""/>
        <dsp:cNvSpPr/>
      </dsp:nvSpPr>
      <dsp:spPr>
        <a:xfrm>
          <a:off x="1295469" y="777283"/>
          <a:ext cx="7267338" cy="168410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It helps detect bottlenecks, memory leaks, and performance issues.</a:t>
          </a:r>
          <a:endParaRPr lang="en-IN" sz="2300" kern="1200"/>
        </a:p>
      </dsp:txBody>
      <dsp:txXfrm>
        <a:off x="1295469" y="777283"/>
        <a:ext cx="7267338" cy="777280"/>
      </dsp:txXfrm>
    </dsp:sp>
    <dsp:sp modelId="{3E434A67-0BDE-4F0D-A24C-8214E7B387E0}">
      <dsp:nvSpPr>
        <dsp:cNvPr id="0" name=""/>
        <dsp:cNvSpPr/>
      </dsp:nvSpPr>
      <dsp:spPr>
        <a:xfrm>
          <a:off x="906828" y="1554563"/>
          <a:ext cx="777280" cy="77728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81157-5A2F-42BD-B20A-91F181D0E694}">
      <dsp:nvSpPr>
        <dsp:cNvPr id="0" name=""/>
        <dsp:cNvSpPr/>
      </dsp:nvSpPr>
      <dsp:spPr>
        <a:xfrm>
          <a:off x="1295469" y="1554563"/>
          <a:ext cx="7267338" cy="77728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Provides insights for optimization.</a:t>
          </a:r>
          <a:endParaRPr lang="en-IN" sz="2300" kern="1200"/>
        </a:p>
      </dsp:txBody>
      <dsp:txXfrm>
        <a:off x="1295469" y="1554563"/>
        <a:ext cx="7267338" cy="777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69765A-B504-4353-AF85-C7273D61788F}">
      <dsp:nvSpPr>
        <dsp:cNvPr id="0" name=""/>
        <dsp:cNvSpPr/>
      </dsp:nvSpPr>
      <dsp:spPr>
        <a:xfrm>
          <a:off x="0" y="0"/>
          <a:ext cx="3153491" cy="315349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CA03B-80BD-4294-8CF0-E8F868719902}">
      <dsp:nvSpPr>
        <dsp:cNvPr id="0" name=""/>
        <dsp:cNvSpPr/>
      </dsp:nvSpPr>
      <dsp:spPr>
        <a:xfrm>
          <a:off x="1576745" y="0"/>
          <a:ext cx="8982009" cy="31534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CPU Profiling</a:t>
          </a:r>
          <a:r>
            <a:rPr lang="en-US" sz="2400" kern="1200" dirty="0"/>
            <a:t> – checks CPU usage, detects bottlenecks.</a:t>
          </a:r>
          <a:endParaRPr lang="en-IN" sz="2400" kern="1200" dirty="0"/>
        </a:p>
      </dsp:txBody>
      <dsp:txXfrm>
        <a:off x="1576745" y="0"/>
        <a:ext cx="8982009" cy="504558"/>
      </dsp:txXfrm>
    </dsp:sp>
    <dsp:sp modelId="{B125B4E8-EC8F-4D10-8AA6-D8FF067E6561}">
      <dsp:nvSpPr>
        <dsp:cNvPr id="0" name=""/>
        <dsp:cNvSpPr/>
      </dsp:nvSpPr>
      <dsp:spPr>
        <a:xfrm>
          <a:off x="331116" y="504558"/>
          <a:ext cx="2491258" cy="249125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5B449-9D77-4861-880D-419AD45DF35D}">
      <dsp:nvSpPr>
        <dsp:cNvPr id="0" name=""/>
        <dsp:cNvSpPr/>
      </dsp:nvSpPr>
      <dsp:spPr>
        <a:xfrm>
          <a:off x="1576745" y="504558"/>
          <a:ext cx="8982009" cy="249125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Memory Profiling</a:t>
          </a:r>
          <a:r>
            <a:rPr lang="en-US" sz="2400" kern="1200"/>
            <a:t> – tracks memory allocation, leaks, and usage.</a:t>
          </a:r>
          <a:endParaRPr lang="en-IN" sz="2400" kern="1200"/>
        </a:p>
      </dsp:txBody>
      <dsp:txXfrm>
        <a:off x="1576745" y="504558"/>
        <a:ext cx="8982009" cy="504558"/>
      </dsp:txXfrm>
    </dsp:sp>
    <dsp:sp modelId="{6B2F02BA-9BAC-4F41-A483-AB2260F61EEC}">
      <dsp:nvSpPr>
        <dsp:cNvPr id="0" name=""/>
        <dsp:cNvSpPr/>
      </dsp:nvSpPr>
      <dsp:spPr>
        <a:xfrm>
          <a:off x="662233" y="1009117"/>
          <a:ext cx="1829025" cy="182902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8D149-CD4F-45DD-A1B9-F6C883B443B6}">
      <dsp:nvSpPr>
        <dsp:cNvPr id="0" name=""/>
        <dsp:cNvSpPr/>
      </dsp:nvSpPr>
      <dsp:spPr>
        <a:xfrm>
          <a:off x="1576745" y="1009117"/>
          <a:ext cx="8982009" cy="1829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Thread Profiling</a:t>
          </a:r>
          <a:r>
            <a:rPr lang="en-US" sz="2400" kern="1200"/>
            <a:t> – monitors thread states and concurrency.</a:t>
          </a:r>
          <a:endParaRPr lang="en-IN" sz="2400" kern="1200"/>
        </a:p>
      </dsp:txBody>
      <dsp:txXfrm>
        <a:off x="1576745" y="1009117"/>
        <a:ext cx="8982009" cy="504558"/>
      </dsp:txXfrm>
    </dsp:sp>
    <dsp:sp modelId="{87DE4156-6EA7-4477-B093-3C89B5356C2E}">
      <dsp:nvSpPr>
        <dsp:cNvPr id="0" name=""/>
        <dsp:cNvSpPr/>
      </dsp:nvSpPr>
      <dsp:spPr>
        <a:xfrm>
          <a:off x="993349" y="1513676"/>
          <a:ext cx="1166792" cy="116679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7C704-08F3-4B03-93AE-2F70E61438C3}">
      <dsp:nvSpPr>
        <dsp:cNvPr id="0" name=""/>
        <dsp:cNvSpPr/>
      </dsp:nvSpPr>
      <dsp:spPr>
        <a:xfrm>
          <a:off x="1576745" y="1513676"/>
          <a:ext cx="8982009" cy="116679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Garbage Collection Profiling</a:t>
          </a:r>
          <a:r>
            <a:rPr lang="en-US" sz="2400" kern="1200"/>
            <a:t> – analyzes GC logs and pauses.</a:t>
          </a:r>
          <a:endParaRPr lang="en-IN" sz="2400" kern="1200"/>
        </a:p>
      </dsp:txBody>
      <dsp:txXfrm>
        <a:off x="1576745" y="1513676"/>
        <a:ext cx="8982009" cy="504558"/>
      </dsp:txXfrm>
    </dsp:sp>
    <dsp:sp modelId="{2128E823-DEB6-47B0-B54C-C9AA4D92C3C8}">
      <dsp:nvSpPr>
        <dsp:cNvPr id="0" name=""/>
        <dsp:cNvSpPr/>
      </dsp:nvSpPr>
      <dsp:spPr>
        <a:xfrm>
          <a:off x="1324466" y="2018234"/>
          <a:ext cx="504558" cy="50455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8C081-A022-4AC2-BF06-F94D3C8A560D}">
      <dsp:nvSpPr>
        <dsp:cNvPr id="0" name=""/>
        <dsp:cNvSpPr/>
      </dsp:nvSpPr>
      <dsp:spPr>
        <a:xfrm>
          <a:off x="1576745" y="2018234"/>
          <a:ext cx="8982009" cy="50455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Class/Method Profiling</a:t>
          </a:r>
          <a:r>
            <a:rPr lang="en-US" sz="2400" kern="1200"/>
            <a:t> – finds slow methods or inefficient code.</a:t>
          </a:r>
          <a:endParaRPr lang="en-IN" sz="2400" kern="1200"/>
        </a:p>
      </dsp:txBody>
      <dsp:txXfrm>
        <a:off x="1576745" y="2018234"/>
        <a:ext cx="8982009" cy="5045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E17C1-9E38-4459-8A48-53C3BC31D115}">
      <dsp:nvSpPr>
        <dsp:cNvPr id="0" name=""/>
        <dsp:cNvSpPr/>
      </dsp:nvSpPr>
      <dsp:spPr>
        <a:xfrm>
          <a:off x="0" y="0"/>
          <a:ext cx="2429902" cy="242990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8DB70-B27C-498B-ADB9-E5731971FDA4}">
      <dsp:nvSpPr>
        <dsp:cNvPr id="0" name=""/>
        <dsp:cNvSpPr/>
      </dsp:nvSpPr>
      <dsp:spPr>
        <a:xfrm>
          <a:off x="1214951" y="0"/>
          <a:ext cx="6442199" cy="24299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Standalone developer</a:t>
          </a:r>
          <a:r>
            <a:rPr lang="en-US" sz="2100" b="0" i="0" kern="1200" baseline="0"/>
            <a:t>: Uses default or custom profile.</a:t>
          </a:r>
          <a:endParaRPr lang="en-IN" sz="2100" kern="1200"/>
        </a:p>
      </dsp:txBody>
      <dsp:txXfrm>
        <a:off x="1214951" y="0"/>
        <a:ext cx="6442199" cy="728972"/>
      </dsp:txXfrm>
    </dsp:sp>
    <dsp:sp modelId="{5B50BB87-695B-4E86-944D-31B71EDD69AC}">
      <dsp:nvSpPr>
        <dsp:cNvPr id="0" name=""/>
        <dsp:cNvSpPr/>
      </dsp:nvSpPr>
      <dsp:spPr>
        <a:xfrm>
          <a:off x="425233" y="728972"/>
          <a:ext cx="1579434" cy="15794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5D06D-1ED6-4899-A54B-5C0B1DBEF530}">
      <dsp:nvSpPr>
        <dsp:cNvPr id="0" name=""/>
        <dsp:cNvSpPr/>
      </dsp:nvSpPr>
      <dsp:spPr>
        <a:xfrm>
          <a:off x="1214951" y="728972"/>
          <a:ext cx="6442199" cy="15794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Large enterprise</a:t>
          </a:r>
          <a:r>
            <a:rPr lang="en-US" sz="2100" b="0" i="0" kern="1200" baseline="0"/>
            <a:t>: Uses managed and cell profiles.</a:t>
          </a:r>
          <a:endParaRPr lang="en-IN" sz="2100" kern="1200"/>
        </a:p>
      </dsp:txBody>
      <dsp:txXfrm>
        <a:off x="1214951" y="728972"/>
        <a:ext cx="6442199" cy="728969"/>
      </dsp:txXfrm>
    </dsp:sp>
    <dsp:sp modelId="{F4F5F639-D348-422E-99D2-9191FE41E22F}">
      <dsp:nvSpPr>
        <dsp:cNvPr id="0" name=""/>
        <dsp:cNvSpPr/>
      </dsp:nvSpPr>
      <dsp:spPr>
        <a:xfrm>
          <a:off x="850466" y="1457941"/>
          <a:ext cx="728969" cy="72896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229E0-90E3-4E17-85AF-8A7685978955}">
      <dsp:nvSpPr>
        <dsp:cNvPr id="0" name=""/>
        <dsp:cNvSpPr/>
      </dsp:nvSpPr>
      <dsp:spPr>
        <a:xfrm>
          <a:off x="1214951" y="1457941"/>
          <a:ext cx="6442199" cy="7289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Testing team</a:t>
          </a:r>
          <a:r>
            <a:rPr lang="en-US" sz="2100" b="0" i="0" kern="1200" baseline="0"/>
            <a:t>: Runs multiple custom profiles with different JVM settings.</a:t>
          </a:r>
          <a:endParaRPr lang="en-IN" sz="2100" kern="1200"/>
        </a:p>
      </dsp:txBody>
      <dsp:txXfrm>
        <a:off x="1214951" y="1457941"/>
        <a:ext cx="6442199" cy="7289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24997-89AC-4DCB-8789-6F0EAB78294C}">
      <dsp:nvSpPr>
        <dsp:cNvPr id="0" name=""/>
        <dsp:cNvSpPr/>
      </dsp:nvSpPr>
      <dsp:spPr>
        <a:xfrm>
          <a:off x="0" y="0"/>
          <a:ext cx="2956847" cy="295684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6FC08-C323-4158-971E-535E2BDB15A4}">
      <dsp:nvSpPr>
        <dsp:cNvPr id="0" name=""/>
        <dsp:cNvSpPr/>
      </dsp:nvSpPr>
      <dsp:spPr>
        <a:xfrm>
          <a:off x="1478423" y="0"/>
          <a:ext cx="9060667" cy="295684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VisualVM</a:t>
          </a:r>
          <a:r>
            <a:rPr lang="en-IN" sz="2200" kern="1200"/>
            <a:t> – open-source, integrated with JDK.</a:t>
          </a:r>
        </a:p>
      </dsp:txBody>
      <dsp:txXfrm>
        <a:off x="1478423" y="0"/>
        <a:ext cx="9060667" cy="473095"/>
      </dsp:txXfrm>
    </dsp:sp>
    <dsp:sp modelId="{922622B9-721C-4793-9D4F-DEDEFBF28101}">
      <dsp:nvSpPr>
        <dsp:cNvPr id="0" name=""/>
        <dsp:cNvSpPr/>
      </dsp:nvSpPr>
      <dsp:spPr>
        <a:xfrm>
          <a:off x="310468" y="473095"/>
          <a:ext cx="2335909" cy="233590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37D78-EEBF-4620-885E-DB9E9B411060}">
      <dsp:nvSpPr>
        <dsp:cNvPr id="0" name=""/>
        <dsp:cNvSpPr/>
      </dsp:nvSpPr>
      <dsp:spPr>
        <a:xfrm>
          <a:off x="1478423" y="473095"/>
          <a:ext cx="9060667" cy="23359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JProfiler</a:t>
          </a:r>
          <a:r>
            <a:rPr lang="en-IN" sz="2200" kern="1200"/>
            <a:t> – commercial tool with deep analysis.</a:t>
          </a:r>
        </a:p>
      </dsp:txBody>
      <dsp:txXfrm>
        <a:off x="1478423" y="473095"/>
        <a:ext cx="9060667" cy="473095"/>
      </dsp:txXfrm>
    </dsp:sp>
    <dsp:sp modelId="{95704CA6-241B-4C03-A4BD-41769C3113EE}">
      <dsp:nvSpPr>
        <dsp:cNvPr id="0" name=""/>
        <dsp:cNvSpPr/>
      </dsp:nvSpPr>
      <dsp:spPr>
        <a:xfrm>
          <a:off x="620937" y="946191"/>
          <a:ext cx="1714971" cy="171497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109C9-B3B5-4C79-B25B-3E1C38B1297A}">
      <dsp:nvSpPr>
        <dsp:cNvPr id="0" name=""/>
        <dsp:cNvSpPr/>
      </dsp:nvSpPr>
      <dsp:spPr>
        <a:xfrm>
          <a:off x="1478423" y="946191"/>
          <a:ext cx="9060667" cy="17149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JConsole</a:t>
          </a:r>
          <a:r>
            <a:rPr lang="en-IN" sz="2200" kern="1200"/>
            <a:t> – bundled with JDK for monitoring.</a:t>
          </a:r>
        </a:p>
      </dsp:txBody>
      <dsp:txXfrm>
        <a:off x="1478423" y="946191"/>
        <a:ext cx="9060667" cy="473095"/>
      </dsp:txXfrm>
    </dsp:sp>
    <dsp:sp modelId="{3E80ACD0-F493-4464-9026-7F21A19F82BC}">
      <dsp:nvSpPr>
        <dsp:cNvPr id="0" name=""/>
        <dsp:cNvSpPr/>
      </dsp:nvSpPr>
      <dsp:spPr>
        <a:xfrm>
          <a:off x="931406" y="1419286"/>
          <a:ext cx="1094033" cy="109403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B8497-63C9-47B9-BFE8-148712CFFC51}">
      <dsp:nvSpPr>
        <dsp:cNvPr id="0" name=""/>
        <dsp:cNvSpPr/>
      </dsp:nvSpPr>
      <dsp:spPr>
        <a:xfrm>
          <a:off x="1478423" y="1419286"/>
          <a:ext cx="9060667" cy="109403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Jstat</a:t>
          </a:r>
          <a:r>
            <a:rPr lang="en-IN" sz="2200" kern="1200"/>
            <a:t> – command-line monitoring for JVM stats.</a:t>
          </a:r>
        </a:p>
      </dsp:txBody>
      <dsp:txXfrm>
        <a:off x="1478423" y="1419286"/>
        <a:ext cx="9060667" cy="473095"/>
      </dsp:txXfrm>
    </dsp:sp>
    <dsp:sp modelId="{F87B021C-4B74-41FB-A0CF-293D21B10167}">
      <dsp:nvSpPr>
        <dsp:cNvPr id="0" name=""/>
        <dsp:cNvSpPr/>
      </dsp:nvSpPr>
      <dsp:spPr>
        <a:xfrm>
          <a:off x="1241875" y="1892382"/>
          <a:ext cx="473095" cy="47309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1689F-C887-4C66-984E-18E5CB603F11}">
      <dsp:nvSpPr>
        <dsp:cNvPr id="0" name=""/>
        <dsp:cNvSpPr/>
      </dsp:nvSpPr>
      <dsp:spPr>
        <a:xfrm>
          <a:off x="1478423" y="1892382"/>
          <a:ext cx="9060667" cy="4730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Jstack</a:t>
          </a:r>
          <a:r>
            <a:rPr lang="en-IN" sz="2200" kern="1200"/>
            <a:t> – analyzes thread dumps to detect deadlocks.</a:t>
          </a:r>
        </a:p>
      </dsp:txBody>
      <dsp:txXfrm>
        <a:off x="1478423" y="1892382"/>
        <a:ext cx="9060667" cy="473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D76CC-7940-467B-BEBE-96AF8876244E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C9F85-BA1B-44DF-A32C-14D8A4A1E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0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C9F85-BA1B-44DF-A32C-14D8A4A1EF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028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8366164" cy="1475013"/>
          </a:xfrm>
        </p:spPr>
        <p:txBody>
          <a:bodyPr>
            <a:normAutofit/>
          </a:bodyPr>
          <a:lstStyle/>
          <a:p>
            <a:r>
              <a:rPr lang="en-US" dirty="0"/>
              <a:t>Introduction to Profiles and Different Types of Profiles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35698 - Bharath </a:t>
            </a:r>
            <a:r>
              <a:rPr lang="en-US" dirty="0" err="1"/>
              <a:t>mummadi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Profiling?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3FBD55-670A-D131-BC0E-224964C8ED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2950521"/>
              </p:ext>
            </p:extLst>
          </p:nvPr>
        </p:nvGraphicFramePr>
        <p:xfrm>
          <a:off x="581192" y="2167875"/>
          <a:ext cx="8562808" cy="259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63B0-4085-3D92-BF27-4883D367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profiles work?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640BA5-5942-DC40-E449-823F59CA2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209369"/>
            <a:ext cx="5341185" cy="4946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175E22-EAE9-BC0C-2537-D058B52531BC}"/>
              </a:ext>
            </a:extLst>
          </p:cNvPr>
          <p:cNvSpPr txBox="1"/>
          <p:nvPr/>
        </p:nvSpPr>
        <p:spPr>
          <a:xfrm>
            <a:off x="581192" y="198572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physical server can host multiple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profile has its own JVM, logs, and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Profiles provide isolation for testing, production, and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88919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D3C20-E7D2-4C63-642E-EA8081EF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Profiling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8C4A52-5622-9CA9-5D68-F517E69A6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9813703"/>
              </p:ext>
            </p:extLst>
          </p:nvPr>
        </p:nvGraphicFramePr>
        <p:xfrm>
          <a:off x="816622" y="2025445"/>
          <a:ext cx="10558755" cy="3153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877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C5F9-FCF6-68A0-DB34-421C4B14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Profiles are Important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EAF739-30FA-EB21-1290-1B8829F267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101920"/>
            <a:ext cx="61895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instances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server on the same machine.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and production separation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DE0AD-9693-EB4C-4577-973F0421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80" y="2840584"/>
            <a:ext cx="5171768" cy="372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6CF6-31F9-C247-43C9-928C6F69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Use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D6CDA1-1DC5-12A7-1201-C20473608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9067715"/>
              </p:ext>
            </p:extLst>
          </p:nvPr>
        </p:nvGraphicFramePr>
        <p:xfrm>
          <a:off x="552784" y="2279750"/>
          <a:ext cx="7657151" cy="242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02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E850-3BC3-04A1-6AE9-278F7129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Profiling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E756F5-2745-AB99-4D08-6EFEA284A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449772"/>
              </p:ext>
            </p:extLst>
          </p:nvPr>
        </p:nvGraphicFramePr>
        <p:xfrm>
          <a:off x="707922" y="2010278"/>
          <a:ext cx="10539091" cy="2956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66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4457-C04E-1784-5FFA-660F921A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Java visual VM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64B0D5-CFB1-6AE0-BCE8-E875B2A6E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817" y="1825368"/>
            <a:ext cx="6200366" cy="50326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92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A34750-ABBE-322A-61C0-5E90C18DD789}"/>
              </a:ext>
            </a:extLst>
          </p:cNvPr>
          <p:cNvSpPr txBox="1"/>
          <p:nvPr/>
        </p:nvSpPr>
        <p:spPr>
          <a:xfrm>
            <a:off x="4473677" y="2875002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Blackadder ITC" panose="04020505051007020D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716339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{66E40AFA-D1AB-41F8-8903-DEB559AA243A}tf33552983_win32</Template>
  <TotalTime>799</TotalTime>
  <Words>244</Words>
  <Application>Microsoft Office PowerPoint</Application>
  <PresentationFormat>Widescreen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Blackadder ITC</vt:lpstr>
      <vt:lpstr>Franklin Gothic Book</vt:lpstr>
      <vt:lpstr>Franklin Gothic Demi</vt:lpstr>
      <vt:lpstr>Wingdings 2</vt:lpstr>
      <vt:lpstr>DividendVTI</vt:lpstr>
      <vt:lpstr>Introduction to Profiles and Different Types of Profiles</vt:lpstr>
      <vt:lpstr>What is Profiling?</vt:lpstr>
      <vt:lpstr>How profiles work?</vt:lpstr>
      <vt:lpstr>Types of Profiling</vt:lpstr>
      <vt:lpstr>Why Profiles are Important</vt:lpstr>
      <vt:lpstr>Examples of Use</vt:lpstr>
      <vt:lpstr>Profiling Tools</vt:lpstr>
      <vt:lpstr>Example of Java visual VM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M</dc:creator>
  <cp:lastModifiedBy>Bharath M</cp:lastModifiedBy>
  <cp:revision>3</cp:revision>
  <dcterms:created xsi:type="dcterms:W3CDTF">2025-08-31T11:54:20Z</dcterms:created>
  <dcterms:modified xsi:type="dcterms:W3CDTF">2025-09-01T11:39:28Z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