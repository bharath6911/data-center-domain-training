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7" r:id="rId11"/>
    <p:sldId id="268" r:id="rId12"/>
    <p:sldId id="261" r:id="rId13"/>
    <p:sldId id="269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941EED-E30D-4B3F-A17D-BA7C57D63F4A}" v="59" dt="2025-08-22T16:56:06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2A26-A9F3-44CC-B266-822234716BA9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A64F1-50A1-4C5C-ABD5-634D810AD3FC}" type="slidenum">
              <a:rPr lang="en-IN" smtClean="0"/>
              <a:t>‹#›</a:t>
            </a:fld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63791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2A26-A9F3-44CC-B266-822234716BA9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A64F1-50A1-4C5C-ABD5-634D810AD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369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2A26-A9F3-44CC-B266-822234716BA9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A64F1-50A1-4C5C-ABD5-634D810AD3FC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18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2A26-A9F3-44CC-B266-822234716BA9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A64F1-50A1-4C5C-ABD5-634D810AD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720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2A26-A9F3-44CC-B266-822234716BA9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A64F1-50A1-4C5C-ABD5-634D810AD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227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2A26-A9F3-44CC-B266-822234716BA9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A64F1-50A1-4C5C-ABD5-634D810AD3FC}" type="slidenum">
              <a:rPr lang="en-IN" smtClean="0"/>
              <a:t>‹#›</a:t>
            </a:fld>
            <a:endParaRPr lang="en-IN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44314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2A26-A9F3-44CC-B266-822234716BA9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A64F1-50A1-4C5C-ABD5-634D810AD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725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2A26-A9F3-44CC-B266-822234716BA9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A64F1-50A1-4C5C-ABD5-634D810AD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5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2A26-A9F3-44CC-B266-822234716BA9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A64F1-50A1-4C5C-ABD5-634D810AD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482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2A26-A9F3-44CC-B266-822234716BA9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A64F1-50A1-4C5C-ABD5-634D810AD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876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2A26-A9F3-44CC-B266-822234716BA9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A64F1-50A1-4C5C-ABD5-634D810AD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565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150317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2A26-A9F3-44CC-B266-822234716BA9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A64F1-50A1-4C5C-ABD5-634D810AD3FC}" type="slidenum">
              <a:rPr lang="en-IN" smtClean="0"/>
              <a:t>‹#›</a:t>
            </a:fld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reeform: Shape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reeform: Shape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56798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anchor="ctr">
            <a:no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2A26-A9F3-44CC-B266-822234716BA9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A64F1-50A1-4C5C-ABD5-634D810AD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722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anchor="b">
            <a:no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2A26-A9F3-44CC-B266-822234716BA9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A64F1-50A1-4C5C-ABD5-634D810AD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5721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reeform: Shape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reeform: Shape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2A26-A9F3-44CC-B266-822234716BA9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A64F1-50A1-4C5C-ABD5-634D810AD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6718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2A26-A9F3-44CC-B266-822234716BA9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A64F1-50A1-4C5C-ABD5-634D810AD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2710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2A26-A9F3-44CC-B266-822234716BA9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A64F1-50A1-4C5C-ABD5-634D810AD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7980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974" y="196900"/>
            <a:ext cx="4899628" cy="2331490"/>
          </a:xfrm>
        </p:spPr>
        <p:txBody>
          <a:bodyPr anchor="b" anchorCtr="0">
            <a:noAutofit/>
          </a:bodyPr>
          <a:lstStyle>
            <a:lvl1pPr algn="r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3162" y="2827209"/>
            <a:ext cx="4917440" cy="3442144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algn="r">
              <a:defRPr sz="1200">
                <a:solidFill>
                  <a:schemeClr val="tx1"/>
                </a:solidFill>
              </a:defRPr>
            </a:lvl2pPr>
            <a:lvl3pPr algn="r">
              <a:defRPr sz="1200">
                <a:solidFill>
                  <a:schemeClr val="tx1"/>
                </a:solidFill>
              </a:defRPr>
            </a:lvl3pPr>
            <a:lvl4pPr algn="r">
              <a:defRPr sz="1200">
                <a:solidFill>
                  <a:schemeClr val="tx1"/>
                </a:solidFill>
              </a:defRPr>
            </a:lvl4pPr>
            <a:lvl5pPr algn="r"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588" y="0"/>
            <a:ext cx="609599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904CD02-7C7D-28DD-85A8-2FD92C29D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7341D0-DC30-9661-B3E0-91DE7C37946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92A118B5-9F91-EA1B-3F95-6BFA5095544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208891A5-91FA-D924-CB46-E74B5063500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E5F7483-2261-D4C4-30E3-2D379D8CA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9706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50801"/>
            <a:ext cx="11090275" cy="1237360"/>
          </a:xfrm>
        </p:spPr>
        <p:txBody>
          <a:bodyPr anchor="t" anchorCtr="0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3720" y="1917065"/>
            <a:ext cx="2921000" cy="429768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048759" y="1917065"/>
            <a:ext cx="7591799" cy="429768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2A26-A9F3-44CC-B266-822234716BA9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A64F1-50A1-4C5C-ABD5-634D810AD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8291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reeform: Shape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Freeform: Shape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2A26-A9F3-44CC-B266-822234716BA9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A64F1-50A1-4C5C-ABD5-634D810AD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5137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60961"/>
            <a:ext cx="11090275" cy="1186560"/>
          </a:xfrm>
        </p:spPr>
        <p:txBody>
          <a:bodyPr anchor="t" anchorCtr="0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2A26-A9F3-44CC-B266-822234716BA9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A64F1-50A1-4C5C-ABD5-634D810AD3FC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28186-3489-427F-79D0-B7844402362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1" y="1917064"/>
            <a:ext cx="11090275" cy="4297679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60109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54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2A26-A9F3-44CC-B266-822234716BA9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A64F1-50A1-4C5C-ABD5-634D810AD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011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65E2A26-A9F3-44CC-B266-822234716BA9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C84A64F1-50A1-4C5C-ABD5-634D810AD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4765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429ACD-71EC-069D-0513-0E74D13982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IN" dirty="0">
                <a:latin typeface="Arial Black" panose="020B0A04020102020204" pitchFamily="34" charset="0"/>
              </a:rPr>
              <a:t>Cloud deployment models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F2DD5B-4F77-F33A-9BD9-DF8B1D0647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IN" dirty="0"/>
              <a:t>35698 - Bharath </a:t>
            </a:r>
            <a:r>
              <a:rPr lang="en-IN" dirty="0" err="1"/>
              <a:t>Mummadi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56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B54F4-9C90-E645-300A-C8E8433B0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cloud deployment models?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82F1F-2193-31C4-C533-3D5A08B2F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4" y="1749405"/>
            <a:ext cx="11090274" cy="397962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model describes the specific ownership, management, and workload parameters of the cloud environment.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Cloud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Cloud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Cloud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Cloud</a:t>
            </a: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51519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225EF-C67C-101A-026D-12FBFB4C3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Models Overview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 descr="cloud deployment model overview">
            <a:extLst>
              <a:ext uri="{FF2B5EF4-FFF2-40B4-BE49-F238E27FC236}">
                <a16:creationId xmlns:a16="http://schemas.microsoft.com/office/drawing/2014/main" id="{BBAA323C-D2C6-C706-F6C9-AF6C82BD3E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57" b="18710"/>
          <a:stretch>
            <a:fillRect/>
          </a:stretch>
        </p:blipFill>
        <p:spPr bwMode="auto">
          <a:xfrm>
            <a:off x="2239809" y="1881275"/>
            <a:ext cx="7574730" cy="397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76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8D638-3948-9001-44C2-A73D9789D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Public Cloud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C3D29-35D2-8BA1-6BB6-49FE7EF5A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4" y="1670748"/>
            <a:ext cx="11090274" cy="397962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pay for what they use, which can be more cost-effective than maintaining on-premises infrastructure.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clouds are owned and operated by third-party providers who deliver services over the internet.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Providers handle maintenance, updates, and security patches, reducing the burden on users' IT departments.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365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16E68-FDF8-64F6-3DF6-B0182A217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Public works?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BC31E7-F653-69AD-B51B-EF53162FDFE8}"/>
              </a:ext>
            </a:extLst>
          </p:cNvPr>
          <p:cNvSpPr txBox="1">
            <a:spLocks/>
          </p:cNvSpPr>
          <p:nvPr/>
        </p:nvSpPr>
        <p:spPr>
          <a:xfrm>
            <a:off x="550864" y="1302503"/>
            <a:ext cx="11090274" cy="3979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fundamental characteristics of public clouds are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multitenancy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 public cloud is meant to serve multiple users, not a single customer.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  <p:pic>
        <p:nvPicPr>
          <p:cNvPr id="6148" name="Picture 4" descr="Public cloud">
            <a:extLst>
              <a:ext uri="{FF2B5EF4-FFF2-40B4-BE49-F238E27FC236}">
                <a16:creationId xmlns:a16="http://schemas.microsoft.com/office/drawing/2014/main" id="{D4205BBD-BFB5-126B-02A0-2E70A565A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2634503"/>
            <a:ext cx="62865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4061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A3DC7-C78C-3AEA-98D4-B89A01E4D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Private cloud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BA099-9FCC-930B-FD2A-5A898869B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infrastructure is dedicated to a single organization, providing greater control over the environment.</a:t>
            </a:r>
          </a:p>
          <a:p>
            <a:r>
              <a:rPr lang="en-US" dirty="0"/>
              <a:t>Organizations can implement security measures that meet their specific needs and comply with regulatory requirements.</a:t>
            </a:r>
          </a:p>
          <a:p>
            <a:r>
              <a:rPr lang="en-US" dirty="0"/>
              <a:t>Private clouds can be more expensive due to the need for dedicated resources and the costs associated with setup, maintenance, and management.</a:t>
            </a:r>
            <a:br>
              <a:rPr lang="en-US" dirty="0">
                <a:latin typeface="Times New Roman" panose="02020603050405020304" pitchFamily="18" charset="0"/>
                <a:cs typeface="Times New Roman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9964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31FE0-03EE-ED8B-27E1-E313B3AC8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Private works?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D8B4F3-269C-BF00-249C-651CF8AABC9D}"/>
              </a:ext>
            </a:extLst>
          </p:cNvPr>
          <p:cNvSpPr txBox="1">
            <a:spLocks/>
          </p:cNvSpPr>
          <p:nvPr/>
        </p:nvSpPr>
        <p:spPr>
          <a:xfrm>
            <a:off x="550864" y="1311368"/>
            <a:ext cx="11090274" cy="3979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Private clouds are distributed systems that work on private infrastructure and provide the users with dynamic provisioning of computing resources.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 descr="Lightbox">
            <a:extLst>
              <a:ext uri="{FF2B5EF4-FFF2-40B4-BE49-F238E27FC236}">
                <a16:creationId xmlns:a16="http://schemas.microsoft.com/office/drawing/2014/main" id="{AB319BBF-B64E-23A1-4547-2511D97FDF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2531269"/>
            <a:ext cx="62865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183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DB4F9-DEFB-57D4-821D-AE052196A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Hybrid cloud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124E0-2C24-F3FD-F387-BCCCE714E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clouds offer the flexibility to use public cloud services for less sensitive applications while keeping sensitive data and applications in a private cloud.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clouds can offer better performance for certain applications by allowing data to be processed in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can implement different security measures for different types of data, enhancing overall security.st efficient location.</a:t>
            </a:r>
          </a:p>
        </p:txBody>
      </p:sp>
    </p:spTree>
    <p:extLst>
      <p:ext uri="{BB962C8B-B14F-4D97-AF65-F5344CB8AC3E}">
        <p14:creationId xmlns:p14="http://schemas.microsoft.com/office/powerpoint/2010/main" val="3284626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32182-C4B6-0723-C3FA-8A854B325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Hybrid works?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7150379-D454-133C-6555-86D7E432BAE2}"/>
              </a:ext>
            </a:extLst>
          </p:cNvPr>
          <p:cNvSpPr txBox="1">
            <a:spLocks/>
          </p:cNvSpPr>
          <p:nvPr/>
        </p:nvSpPr>
        <p:spPr>
          <a:xfrm>
            <a:off x="550864" y="1439187"/>
            <a:ext cx="11090274" cy="3979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cloud is a heterogeneous distributed system formed by combining facilities of the public cloud and private cloud.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 descr="Lightbox">
            <a:extLst>
              <a:ext uri="{FF2B5EF4-FFF2-40B4-BE49-F238E27FC236}">
                <a16:creationId xmlns:a16="http://schemas.microsoft.com/office/drawing/2014/main" id="{EA4DBCE8-117C-6FB8-8B3A-03D818A7B35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103" y="2771187"/>
            <a:ext cx="62865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2945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99605-3352-C305-55FB-557B19CAF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4A83A-9FEB-8079-6586-45F105E6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Community cloud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A4B09-9FD6-D7B6-9749-D608B7035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from a specific community share the same cloud infrastructure, which can be managed internally or by a third party and hosted either internally or externally.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clouds can provide enhanced security and privacy compared to public clouds.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community cloud is designed for organizations that have shared interests, such as a common application, security requirements, policy, and efficiency demands.</a:t>
            </a:r>
          </a:p>
        </p:txBody>
      </p:sp>
    </p:spTree>
    <p:extLst>
      <p:ext uri="{BB962C8B-B14F-4D97-AF65-F5344CB8AC3E}">
        <p14:creationId xmlns:p14="http://schemas.microsoft.com/office/powerpoint/2010/main" val="1485022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E5047-4344-9003-106C-8AF816EB6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90C58-EFEC-E38A-2147-4FDC4F535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Community works?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C8901C-A09F-1FA6-9729-9BE55AE1AD68}"/>
              </a:ext>
            </a:extLst>
          </p:cNvPr>
          <p:cNvSpPr txBox="1">
            <a:spLocks/>
          </p:cNvSpPr>
          <p:nvPr/>
        </p:nvSpPr>
        <p:spPr>
          <a:xfrm>
            <a:off x="550864" y="1439187"/>
            <a:ext cx="11090274" cy="3979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clouds are distributed systems created by integrating the services of different clouds to address the specific needs of an industry, a community, or a business sector. 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Lightbox">
            <a:extLst>
              <a:ext uri="{FF2B5EF4-FFF2-40B4-BE49-F238E27FC236}">
                <a16:creationId xmlns:a16="http://schemas.microsoft.com/office/drawing/2014/main" id="{BF097C40-3A21-AC68-393E-92D0AA1688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2983553"/>
            <a:ext cx="62865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5110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84076-C229-13A2-94F4-3A64153F5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 examples</a:t>
            </a:r>
          </a:p>
        </p:txBody>
      </p:sp>
      <p:pic>
        <p:nvPicPr>
          <p:cNvPr id="12" name="Content Placeholder 11" descr="A group of logos on a white background&#10;&#10;AI-generated content may be incorrect.">
            <a:extLst>
              <a:ext uri="{FF2B5EF4-FFF2-40B4-BE49-F238E27FC236}">
                <a16:creationId xmlns:a16="http://schemas.microsoft.com/office/drawing/2014/main" id="{6E37415C-D5FE-D59F-F1FA-CC15C280B6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155" y="1881275"/>
            <a:ext cx="4735691" cy="3157127"/>
          </a:xfrm>
        </p:spPr>
      </p:pic>
      <p:pic>
        <p:nvPicPr>
          <p:cNvPr id="14" name="Picture 13" descr="A group of logos on a white background&#10;&#10;AI-generated content may be incorrect.">
            <a:extLst>
              <a:ext uri="{FF2B5EF4-FFF2-40B4-BE49-F238E27FC236}">
                <a16:creationId xmlns:a16="http://schemas.microsoft.com/office/drawing/2014/main" id="{B39B8416-1DBB-9274-5CBC-89917947C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156" y="1881275"/>
            <a:ext cx="4735691" cy="315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754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9936A-C5DE-CB02-ABD6-F0B0F1A14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4E48D-F142-58A2-D2E3-1F3797600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 examples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4D5403-ADAA-BB12-0030-0F22FD436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6070" y="1881275"/>
            <a:ext cx="4618396" cy="30789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85AF13-025A-E63D-46F1-D3FB2168F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379674" y="1889534"/>
            <a:ext cx="4618396" cy="307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474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C3485F4-9112-C24E-3E0B-D82F7BA05288}"/>
              </a:ext>
            </a:extLst>
          </p:cNvPr>
          <p:cNvSpPr txBox="1"/>
          <p:nvPr/>
        </p:nvSpPr>
        <p:spPr>
          <a:xfrm>
            <a:off x="4247535" y="2921168"/>
            <a:ext cx="56142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latin typeface="Blackadder ITC" panose="04020505051007020D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42757933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</TotalTime>
  <Words>409</Words>
  <Application>Microsoft Office PowerPoint</Application>
  <PresentationFormat>Widescreen</PresentationFormat>
  <Paragraphs>36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Blackadder ITC</vt:lpstr>
      <vt:lpstr>Gill Sans MT</vt:lpstr>
      <vt:lpstr>Times New Roman</vt:lpstr>
      <vt:lpstr>Walbaum Display</vt:lpstr>
      <vt:lpstr>3DFloatVTI</vt:lpstr>
      <vt:lpstr>Cloud deployment models</vt:lpstr>
      <vt:lpstr>What are cloud deployment models?</vt:lpstr>
      <vt:lpstr>Deployment Models Overview </vt:lpstr>
      <vt:lpstr>Public Cloud</vt:lpstr>
      <vt:lpstr>How Public works?</vt:lpstr>
      <vt:lpstr>Private cloud</vt:lpstr>
      <vt:lpstr>How Private works?</vt:lpstr>
      <vt:lpstr>Hybrid cloud</vt:lpstr>
      <vt:lpstr>How Hybrid works?</vt:lpstr>
      <vt:lpstr>Community cloud</vt:lpstr>
      <vt:lpstr>How Community works?</vt:lpstr>
      <vt:lpstr>Cloud examples</vt:lpstr>
      <vt:lpstr>Cloud examples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Bharath M</dc:creator>
  <cp:lastModifiedBy>Bharath M</cp:lastModifiedBy>
  <cp:revision>2</cp:revision>
  <dcterms:created xsi:type="dcterms:W3CDTF">2025-08-22T14:18:46Z</dcterms:created>
  <dcterms:modified xsi:type="dcterms:W3CDTF">2025-08-22T16:57:15Z</dcterms:modified>
</cp:coreProperties>
</file>